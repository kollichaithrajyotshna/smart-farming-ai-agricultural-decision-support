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4" r:id="rId1"/>
  </p:sldMasterIdLst>
  <p:notesMasterIdLst>
    <p:notesMasterId r:id="rId27"/>
  </p:notesMasterIdLst>
  <p:sldIdLst>
    <p:sldId id="257" r:id="rId2"/>
    <p:sldId id="304" r:id="rId3"/>
    <p:sldId id="258" r:id="rId4"/>
    <p:sldId id="260" r:id="rId5"/>
    <p:sldId id="354" r:id="rId6"/>
    <p:sldId id="308" r:id="rId7"/>
    <p:sldId id="357" r:id="rId8"/>
    <p:sldId id="341" r:id="rId9"/>
    <p:sldId id="310" r:id="rId10"/>
    <p:sldId id="311" r:id="rId11"/>
    <p:sldId id="342" r:id="rId12"/>
    <p:sldId id="343" r:id="rId13"/>
    <p:sldId id="355" r:id="rId14"/>
    <p:sldId id="356" r:id="rId15"/>
    <p:sldId id="346" r:id="rId16"/>
    <p:sldId id="347" r:id="rId17"/>
    <p:sldId id="348" r:id="rId18"/>
    <p:sldId id="349" r:id="rId19"/>
    <p:sldId id="350" r:id="rId20"/>
    <p:sldId id="353" r:id="rId21"/>
    <p:sldId id="358" r:id="rId22"/>
    <p:sldId id="359" r:id="rId23"/>
    <p:sldId id="360" r:id="rId24"/>
    <p:sldId id="344" r:id="rId25"/>
    <p:sldId id="306" r:id="rId26"/>
  </p:sldIdLst>
  <p:sldSz cx="9144000" cy="5143500" type="screen16x9"/>
  <p:notesSz cx="6858000" cy="9144000"/>
  <p:embeddedFontLst>
    <p:embeddedFont>
      <p:font typeface="Bebas Neue" panose="020B0606020202050201" pitchFamily="34" charset="0"/>
      <p:regular r:id="rId28"/>
    </p:embeddedFont>
    <p:embeddedFont>
      <p:font typeface="Mulish" panose="020B0604020202020204" charset="0"/>
      <p:regular r:id="rId29"/>
      <p:bold r:id="rId30"/>
      <p:italic r:id="rId31"/>
      <p:boldItalic r:id="rId32"/>
    </p:embeddedFont>
    <p:embeddedFont>
      <p:font typeface="Nunito Light" pitchFamily="2" charset="0"/>
      <p:regular r:id="rId33"/>
      <p:italic r:id="rId34"/>
    </p:embeddedFont>
    <p:embeddedFont>
      <p:font typeface="Quicksand" panose="020B0604020202020204" charset="0"/>
      <p:regular r:id="rId35"/>
      <p:bold r:id="rId3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8F9D1F8-465F-4247-AF64-11042899135F}">
  <a:tblStyle styleId="{18F9D1F8-465F-4247-AF64-11042899135F}"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8" d="100"/>
          <a:sy n="78" d="100"/>
        </p:scale>
        <p:origin x="940" y="52"/>
      </p:cViewPr>
      <p:guideLst/>
    </p:cSldViewPr>
  </p:slideViewPr>
  <p:notesTextViewPr>
    <p:cViewPr>
      <p:scale>
        <a:sx n="1" d="1"/>
        <a:sy n="1" d="1"/>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6.fntdata"/><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font" Target="fonts/font9.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font" Target="fonts/font8.fnt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g133f6155f6d_0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3" name="Google Shape;293;g133f6155f6d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gd431007ba2_0_2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3" name="Google Shape;303;gd431007ba2_0_2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g133f6155f6d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9" name="Google Shape;339;g133f6155f6d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6"/>
        <p:cNvGrpSpPr/>
        <p:nvPr/>
      </p:nvGrpSpPr>
      <p:grpSpPr>
        <a:xfrm>
          <a:off x="0" y="0"/>
          <a:ext cx="0" cy="0"/>
          <a:chOff x="0" y="0"/>
          <a:chExt cx="0" cy="0"/>
        </a:xfrm>
      </p:grpSpPr>
      <p:sp>
        <p:nvSpPr>
          <p:cNvPr id="27" name="Google Shape;27;p4"/>
          <p:cNvSpPr/>
          <p:nvPr/>
        </p:nvSpPr>
        <p:spPr>
          <a:xfrm>
            <a:off x="145950" y="149100"/>
            <a:ext cx="8852100" cy="48453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8" name="Google Shape;28;p4"/>
          <p:cNvCxnSpPr/>
          <p:nvPr/>
        </p:nvCxnSpPr>
        <p:spPr>
          <a:xfrm>
            <a:off x="382625" y="339563"/>
            <a:ext cx="3803400" cy="0"/>
          </a:xfrm>
          <a:prstGeom prst="straightConnector1">
            <a:avLst/>
          </a:prstGeom>
          <a:noFill/>
          <a:ln w="19050" cap="flat" cmpd="sng">
            <a:solidFill>
              <a:schemeClr val="lt1"/>
            </a:solidFill>
            <a:prstDash val="solid"/>
            <a:round/>
            <a:headEnd type="oval" w="med" len="med"/>
            <a:tailEnd type="none" w="med" len="med"/>
          </a:ln>
        </p:spPr>
      </p:cxnSp>
      <p:sp>
        <p:nvSpPr>
          <p:cNvPr id="29" name="Google Shape;29;p4"/>
          <p:cNvSpPr/>
          <p:nvPr/>
        </p:nvSpPr>
        <p:spPr>
          <a:xfrm>
            <a:off x="4452300" y="219875"/>
            <a:ext cx="239400" cy="239400"/>
          </a:xfrm>
          <a:prstGeom prst="star4">
            <a:avLst>
              <a:gd name="adj" fmla="val 15727"/>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0" name="Google Shape;30;p4"/>
          <p:cNvCxnSpPr/>
          <p:nvPr/>
        </p:nvCxnSpPr>
        <p:spPr>
          <a:xfrm>
            <a:off x="4957925" y="339563"/>
            <a:ext cx="3803400" cy="0"/>
          </a:xfrm>
          <a:prstGeom prst="straightConnector1">
            <a:avLst/>
          </a:prstGeom>
          <a:noFill/>
          <a:ln w="19050" cap="flat" cmpd="sng">
            <a:solidFill>
              <a:schemeClr val="lt1"/>
            </a:solidFill>
            <a:prstDash val="solid"/>
            <a:round/>
            <a:headEnd type="none" w="med" len="med"/>
            <a:tailEnd type="oval" w="med" len="med"/>
          </a:ln>
        </p:spPr>
      </p:cxnSp>
      <p:cxnSp>
        <p:nvCxnSpPr>
          <p:cNvPr id="31" name="Google Shape;31;p4"/>
          <p:cNvCxnSpPr/>
          <p:nvPr/>
        </p:nvCxnSpPr>
        <p:spPr>
          <a:xfrm>
            <a:off x="382650" y="4798838"/>
            <a:ext cx="3803400" cy="0"/>
          </a:xfrm>
          <a:prstGeom prst="straightConnector1">
            <a:avLst/>
          </a:prstGeom>
          <a:noFill/>
          <a:ln w="19050" cap="flat" cmpd="sng">
            <a:solidFill>
              <a:schemeClr val="lt1"/>
            </a:solidFill>
            <a:prstDash val="solid"/>
            <a:round/>
            <a:headEnd type="oval" w="med" len="med"/>
            <a:tailEnd type="none" w="med" len="med"/>
          </a:ln>
        </p:spPr>
      </p:cxnSp>
      <p:sp>
        <p:nvSpPr>
          <p:cNvPr id="32" name="Google Shape;32;p4"/>
          <p:cNvSpPr txBox="1">
            <a:spLocks noGrp="1"/>
          </p:cNvSpPr>
          <p:nvPr>
            <p:ph type="sldNum" idx="12"/>
          </p:nvPr>
        </p:nvSpPr>
        <p:spPr>
          <a:xfrm>
            <a:off x="4297650" y="4602875"/>
            <a:ext cx="548700" cy="333600"/>
          </a:xfrm>
          <a:prstGeom prst="rect">
            <a:avLst/>
          </a:prstGeom>
        </p:spPr>
        <p:txBody>
          <a:bodyPr spcFirstLastPara="1" wrap="square" lIns="91425" tIns="91425" rIns="91425" bIns="91425" anchor="t" anchorCtr="0">
            <a:noAutofit/>
          </a:bodyPr>
          <a:lstStyle>
            <a:lvl1pPr lvl="0" algn="ctr" rtl="0">
              <a:buNone/>
              <a:defRPr>
                <a:solidFill>
                  <a:schemeClr val="dk2"/>
                </a:solidFill>
              </a:defRPr>
            </a:lvl1pPr>
            <a:lvl2pPr lvl="1" algn="ctr" rtl="0">
              <a:buNone/>
              <a:defRPr>
                <a:solidFill>
                  <a:schemeClr val="dk2"/>
                </a:solidFill>
              </a:defRPr>
            </a:lvl2pPr>
            <a:lvl3pPr lvl="2" algn="ctr" rtl="0">
              <a:buNone/>
              <a:defRPr>
                <a:solidFill>
                  <a:schemeClr val="dk2"/>
                </a:solidFill>
              </a:defRPr>
            </a:lvl3pPr>
            <a:lvl4pPr lvl="3" algn="ctr" rtl="0">
              <a:buNone/>
              <a:defRPr>
                <a:solidFill>
                  <a:schemeClr val="dk2"/>
                </a:solidFill>
              </a:defRPr>
            </a:lvl4pPr>
            <a:lvl5pPr lvl="4" algn="ctr" rtl="0">
              <a:buNone/>
              <a:defRPr>
                <a:solidFill>
                  <a:schemeClr val="dk2"/>
                </a:solidFill>
              </a:defRPr>
            </a:lvl5pPr>
            <a:lvl6pPr lvl="5" algn="ctr" rtl="0">
              <a:buNone/>
              <a:defRPr>
                <a:solidFill>
                  <a:schemeClr val="dk2"/>
                </a:solidFill>
              </a:defRPr>
            </a:lvl6pPr>
            <a:lvl7pPr lvl="6" algn="ctr" rtl="0">
              <a:buNone/>
              <a:defRPr>
                <a:solidFill>
                  <a:schemeClr val="dk2"/>
                </a:solidFill>
              </a:defRPr>
            </a:lvl7pPr>
            <a:lvl8pPr lvl="7" algn="ctr" rtl="0">
              <a:buNone/>
              <a:defRPr>
                <a:solidFill>
                  <a:schemeClr val="dk2"/>
                </a:solidFill>
              </a:defRPr>
            </a:lvl8pPr>
            <a:lvl9pPr lvl="8" algn="ctr" rtl="0">
              <a:buNone/>
              <a:defRPr>
                <a:solidFill>
                  <a:schemeClr val="dk2"/>
                </a:solidFill>
              </a:defRPr>
            </a:lvl9pPr>
          </a:lstStyle>
          <a:p>
            <a:pPr marL="0" lvl="0" indent="0" algn="ctr" rtl="0">
              <a:spcBef>
                <a:spcPts val="0"/>
              </a:spcBef>
              <a:spcAft>
                <a:spcPts val="0"/>
              </a:spcAft>
              <a:buNone/>
            </a:pPr>
            <a:fld id="{00000000-1234-1234-1234-123412341234}" type="slidenum">
              <a:rPr lang="en"/>
              <a:t>‹#›</a:t>
            </a:fld>
            <a:endParaRPr/>
          </a:p>
        </p:txBody>
      </p:sp>
      <p:cxnSp>
        <p:nvCxnSpPr>
          <p:cNvPr id="33" name="Google Shape;33;p4"/>
          <p:cNvCxnSpPr/>
          <p:nvPr/>
        </p:nvCxnSpPr>
        <p:spPr>
          <a:xfrm>
            <a:off x="4957950" y="4798838"/>
            <a:ext cx="3803400" cy="0"/>
          </a:xfrm>
          <a:prstGeom prst="straightConnector1">
            <a:avLst/>
          </a:prstGeom>
          <a:noFill/>
          <a:ln w="19050" cap="flat" cmpd="sng">
            <a:solidFill>
              <a:schemeClr val="lt1"/>
            </a:solidFill>
            <a:prstDash val="solid"/>
            <a:round/>
            <a:headEnd type="none" w="med" len="med"/>
            <a:tailEnd type="oval" w="med" len="med"/>
          </a:ln>
        </p:spPr>
      </p:cxnSp>
      <p:sp>
        <p:nvSpPr>
          <p:cNvPr id="34" name="Google Shape;34;p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35" name="Google Shape;35;p4"/>
          <p:cNvSpPr txBox="1">
            <a:spLocks noGrp="1"/>
          </p:cNvSpPr>
          <p:nvPr>
            <p:ph type="body" idx="1"/>
          </p:nvPr>
        </p:nvSpPr>
        <p:spPr>
          <a:xfrm>
            <a:off x="720000" y="1215750"/>
            <a:ext cx="7704000" cy="3233100"/>
          </a:xfrm>
          <a:prstGeom prst="rect">
            <a:avLst/>
          </a:prstGeom>
        </p:spPr>
        <p:txBody>
          <a:bodyPr spcFirstLastPara="1" wrap="square" lIns="91425" tIns="91425" rIns="91425" bIns="91425" anchor="t" anchorCtr="0">
            <a:noAutofit/>
          </a:bodyPr>
          <a:lstStyle>
            <a:lvl1pPr marL="457200" lvl="0" indent="-279400" rtl="0">
              <a:spcBef>
                <a:spcPts val="0"/>
              </a:spcBef>
              <a:spcAft>
                <a:spcPts val="0"/>
              </a:spcAft>
              <a:buClr>
                <a:schemeClr val="dk2"/>
              </a:buClr>
              <a:buSzPts val="800"/>
              <a:buFont typeface="Nunito Light"/>
              <a:buChar char="●"/>
              <a:defRPr/>
            </a:lvl1pPr>
            <a:lvl2pPr marL="914400" lvl="1" indent="-304800" rtl="0">
              <a:spcBef>
                <a:spcPts val="0"/>
              </a:spcBef>
              <a:spcAft>
                <a:spcPts val="0"/>
              </a:spcAft>
              <a:buSzPts val="1200"/>
              <a:buFont typeface="Nunito Light"/>
              <a:buChar char="○"/>
              <a:defRPr/>
            </a:lvl2pPr>
            <a:lvl3pPr marL="1371600" lvl="2" indent="-304800" rtl="0">
              <a:lnSpc>
                <a:spcPct val="115000"/>
              </a:lnSpc>
              <a:spcBef>
                <a:spcPts val="0"/>
              </a:spcBef>
              <a:spcAft>
                <a:spcPts val="0"/>
              </a:spcAft>
              <a:buClr>
                <a:srgbClr val="FFC800"/>
              </a:buClr>
              <a:buSzPts val="1200"/>
              <a:buFont typeface="Nunito Light"/>
              <a:buChar char="■"/>
              <a:defRPr/>
            </a:lvl3pPr>
            <a:lvl4pPr marL="1828800" lvl="3" indent="-304800" rtl="0">
              <a:lnSpc>
                <a:spcPct val="115000"/>
              </a:lnSpc>
              <a:spcBef>
                <a:spcPts val="1600"/>
              </a:spcBef>
              <a:spcAft>
                <a:spcPts val="0"/>
              </a:spcAft>
              <a:buClr>
                <a:srgbClr val="FFC800"/>
              </a:buClr>
              <a:buSzPts val="1200"/>
              <a:buFont typeface="Nunito Light"/>
              <a:buChar char="●"/>
              <a:defRPr/>
            </a:lvl4pPr>
            <a:lvl5pPr marL="2286000" lvl="4" indent="-304800" rtl="0">
              <a:lnSpc>
                <a:spcPct val="115000"/>
              </a:lnSpc>
              <a:spcBef>
                <a:spcPts val="1600"/>
              </a:spcBef>
              <a:spcAft>
                <a:spcPts val="0"/>
              </a:spcAft>
              <a:buClr>
                <a:srgbClr val="434343"/>
              </a:buClr>
              <a:buSzPts val="1200"/>
              <a:buFont typeface="Nunito Light"/>
              <a:buChar char="○"/>
              <a:defRPr/>
            </a:lvl5pPr>
            <a:lvl6pPr marL="2743200" lvl="5" indent="-304800" rtl="0">
              <a:lnSpc>
                <a:spcPct val="115000"/>
              </a:lnSpc>
              <a:spcBef>
                <a:spcPts val="1600"/>
              </a:spcBef>
              <a:spcAft>
                <a:spcPts val="0"/>
              </a:spcAft>
              <a:buClr>
                <a:srgbClr val="434343"/>
              </a:buClr>
              <a:buSzPts val="1200"/>
              <a:buFont typeface="Nunito Light"/>
              <a:buChar char="■"/>
              <a:defRPr/>
            </a:lvl6pPr>
            <a:lvl7pPr marL="3200400" lvl="6" indent="-304800" rtl="0">
              <a:lnSpc>
                <a:spcPct val="115000"/>
              </a:lnSpc>
              <a:spcBef>
                <a:spcPts val="1600"/>
              </a:spcBef>
              <a:spcAft>
                <a:spcPts val="0"/>
              </a:spcAft>
              <a:buClr>
                <a:srgbClr val="434343"/>
              </a:buClr>
              <a:buSzPts val="1200"/>
              <a:buFont typeface="Nunito Light"/>
              <a:buChar char="●"/>
              <a:defRPr/>
            </a:lvl7pPr>
            <a:lvl8pPr marL="3657600" lvl="7" indent="-304800" rtl="0">
              <a:lnSpc>
                <a:spcPct val="115000"/>
              </a:lnSpc>
              <a:spcBef>
                <a:spcPts val="1600"/>
              </a:spcBef>
              <a:spcAft>
                <a:spcPts val="0"/>
              </a:spcAft>
              <a:buClr>
                <a:srgbClr val="434343"/>
              </a:buClr>
              <a:buSzPts val="1200"/>
              <a:buFont typeface="Nunito Light"/>
              <a:buChar char="○"/>
              <a:defRPr/>
            </a:lvl8pPr>
            <a:lvl9pPr marL="4114800" lvl="8" indent="-304800" rtl="0">
              <a:lnSpc>
                <a:spcPct val="115000"/>
              </a:lnSpc>
              <a:spcBef>
                <a:spcPts val="1600"/>
              </a:spcBef>
              <a:spcAft>
                <a:spcPts val="1600"/>
              </a:spcAft>
              <a:buClr>
                <a:srgbClr val="434343"/>
              </a:buClr>
              <a:buSzPts val="1200"/>
              <a:buFont typeface="Nunito Light"/>
              <a:buChar char="■"/>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95"/>
        <p:cNvGrpSpPr/>
        <p:nvPr/>
      </p:nvGrpSpPr>
      <p:grpSpPr>
        <a:xfrm>
          <a:off x="0" y="0"/>
          <a:ext cx="0" cy="0"/>
          <a:chOff x="0" y="0"/>
          <a:chExt cx="0" cy="0"/>
        </a:xfrm>
      </p:grpSpPr>
      <p:sp>
        <p:nvSpPr>
          <p:cNvPr id="96" name="Google Shape;96;p13"/>
          <p:cNvSpPr/>
          <p:nvPr/>
        </p:nvSpPr>
        <p:spPr>
          <a:xfrm>
            <a:off x="145950" y="149100"/>
            <a:ext cx="8852100" cy="48453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1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98" name="Google Shape;98;p13"/>
          <p:cNvSpPr txBox="1">
            <a:spLocks noGrp="1"/>
          </p:cNvSpPr>
          <p:nvPr>
            <p:ph type="subTitle" idx="1"/>
          </p:nvPr>
        </p:nvSpPr>
        <p:spPr>
          <a:xfrm>
            <a:off x="713225" y="2018125"/>
            <a:ext cx="2426100" cy="5382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99" name="Google Shape;99;p13"/>
          <p:cNvSpPr txBox="1">
            <a:spLocks noGrp="1"/>
          </p:cNvSpPr>
          <p:nvPr>
            <p:ph type="subTitle" idx="2"/>
          </p:nvPr>
        </p:nvSpPr>
        <p:spPr>
          <a:xfrm>
            <a:off x="713225" y="3870728"/>
            <a:ext cx="2426100" cy="5382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00" name="Google Shape;100;p13"/>
          <p:cNvSpPr txBox="1">
            <a:spLocks noGrp="1"/>
          </p:cNvSpPr>
          <p:nvPr>
            <p:ph type="subTitle" idx="3"/>
          </p:nvPr>
        </p:nvSpPr>
        <p:spPr>
          <a:xfrm>
            <a:off x="3359125" y="3870725"/>
            <a:ext cx="2426100" cy="5382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01" name="Google Shape;101;p13"/>
          <p:cNvSpPr txBox="1">
            <a:spLocks noGrp="1"/>
          </p:cNvSpPr>
          <p:nvPr>
            <p:ph type="subTitle" idx="4"/>
          </p:nvPr>
        </p:nvSpPr>
        <p:spPr>
          <a:xfrm>
            <a:off x="3359125" y="2018025"/>
            <a:ext cx="2426100" cy="5382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02" name="Google Shape;102;p13"/>
          <p:cNvSpPr txBox="1">
            <a:spLocks noGrp="1"/>
          </p:cNvSpPr>
          <p:nvPr>
            <p:ph type="title" idx="5" hasCustomPrompt="1"/>
          </p:nvPr>
        </p:nvSpPr>
        <p:spPr>
          <a:xfrm>
            <a:off x="713225" y="1141288"/>
            <a:ext cx="656100" cy="438000"/>
          </a:xfrm>
          <a:prstGeom prst="rect">
            <a:avLst/>
          </a:prstGeom>
          <a:noFill/>
        </p:spPr>
        <p:txBody>
          <a:bodyPr spcFirstLastPara="1" wrap="square" lIns="91425" tIns="91425" rIns="91425" bIns="91425" anchor="ctr" anchorCtr="0">
            <a:noAutofit/>
          </a:bodyPr>
          <a:lstStyle>
            <a:lvl1pPr lvl="0" rtl="0">
              <a:lnSpc>
                <a:spcPct val="115000"/>
              </a:lnSpc>
              <a:spcBef>
                <a:spcPts val="0"/>
              </a:spcBef>
              <a:spcAft>
                <a:spcPts val="0"/>
              </a:spcAft>
              <a:buSzPts val="3000"/>
              <a:buNone/>
              <a:defRPr sz="28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3" name="Google Shape;103;p13"/>
          <p:cNvSpPr txBox="1">
            <a:spLocks noGrp="1"/>
          </p:cNvSpPr>
          <p:nvPr>
            <p:ph type="title" idx="6" hasCustomPrompt="1"/>
          </p:nvPr>
        </p:nvSpPr>
        <p:spPr>
          <a:xfrm>
            <a:off x="3359125" y="2994063"/>
            <a:ext cx="656100" cy="438900"/>
          </a:xfrm>
          <a:prstGeom prst="rect">
            <a:avLst/>
          </a:prstGeom>
          <a:noFill/>
        </p:spPr>
        <p:txBody>
          <a:bodyPr spcFirstLastPara="1" wrap="square" lIns="91425" tIns="91425" rIns="91425" bIns="91425" anchor="ctr" anchorCtr="0">
            <a:noAutofit/>
          </a:bodyPr>
          <a:lstStyle>
            <a:lvl1pPr lvl="0" rtl="0">
              <a:lnSpc>
                <a:spcPct val="115000"/>
              </a:lnSpc>
              <a:spcBef>
                <a:spcPts val="0"/>
              </a:spcBef>
              <a:spcAft>
                <a:spcPts val="0"/>
              </a:spcAft>
              <a:buSzPts val="3000"/>
              <a:buNone/>
              <a:defRPr sz="28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4" name="Google Shape;104;p13"/>
          <p:cNvSpPr txBox="1">
            <a:spLocks noGrp="1"/>
          </p:cNvSpPr>
          <p:nvPr>
            <p:ph type="title" idx="7" hasCustomPrompt="1"/>
          </p:nvPr>
        </p:nvSpPr>
        <p:spPr>
          <a:xfrm>
            <a:off x="713225" y="2994063"/>
            <a:ext cx="656100" cy="438900"/>
          </a:xfrm>
          <a:prstGeom prst="rect">
            <a:avLst/>
          </a:prstGeom>
          <a:noFill/>
        </p:spPr>
        <p:txBody>
          <a:bodyPr spcFirstLastPara="1" wrap="square" lIns="91425" tIns="91425" rIns="91425" bIns="91425" anchor="ctr" anchorCtr="0">
            <a:noAutofit/>
          </a:bodyPr>
          <a:lstStyle>
            <a:lvl1pPr lvl="0" rtl="0">
              <a:lnSpc>
                <a:spcPct val="115000"/>
              </a:lnSpc>
              <a:spcBef>
                <a:spcPts val="0"/>
              </a:spcBef>
              <a:spcAft>
                <a:spcPts val="0"/>
              </a:spcAft>
              <a:buSzPts val="3000"/>
              <a:buNone/>
              <a:defRPr sz="28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5" name="Google Shape;105;p13"/>
          <p:cNvSpPr txBox="1">
            <a:spLocks noGrp="1"/>
          </p:cNvSpPr>
          <p:nvPr>
            <p:ph type="title" idx="8" hasCustomPrompt="1"/>
          </p:nvPr>
        </p:nvSpPr>
        <p:spPr>
          <a:xfrm>
            <a:off x="3359125" y="1142055"/>
            <a:ext cx="656100" cy="438000"/>
          </a:xfrm>
          <a:prstGeom prst="rect">
            <a:avLst/>
          </a:prstGeom>
          <a:noFill/>
        </p:spPr>
        <p:txBody>
          <a:bodyPr spcFirstLastPara="1" wrap="square" lIns="91425" tIns="91425" rIns="91425" bIns="91425" anchor="ctr" anchorCtr="0">
            <a:noAutofit/>
          </a:bodyPr>
          <a:lstStyle>
            <a:lvl1pPr lvl="0" rtl="0">
              <a:lnSpc>
                <a:spcPct val="115000"/>
              </a:lnSpc>
              <a:spcBef>
                <a:spcPts val="0"/>
              </a:spcBef>
              <a:spcAft>
                <a:spcPts val="0"/>
              </a:spcAft>
              <a:buSzPts val="3000"/>
              <a:buNone/>
              <a:defRPr sz="28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6" name="Google Shape;106;p13"/>
          <p:cNvSpPr txBox="1">
            <a:spLocks noGrp="1"/>
          </p:cNvSpPr>
          <p:nvPr>
            <p:ph type="subTitle" idx="9"/>
          </p:nvPr>
        </p:nvSpPr>
        <p:spPr>
          <a:xfrm>
            <a:off x="5997638" y="3870725"/>
            <a:ext cx="2426100" cy="5382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07" name="Google Shape;107;p13"/>
          <p:cNvSpPr txBox="1">
            <a:spLocks noGrp="1"/>
          </p:cNvSpPr>
          <p:nvPr>
            <p:ph type="subTitle" idx="13"/>
          </p:nvPr>
        </p:nvSpPr>
        <p:spPr>
          <a:xfrm>
            <a:off x="5997638" y="2018025"/>
            <a:ext cx="2426100" cy="5382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08" name="Google Shape;108;p13"/>
          <p:cNvSpPr txBox="1">
            <a:spLocks noGrp="1"/>
          </p:cNvSpPr>
          <p:nvPr>
            <p:ph type="title" idx="14" hasCustomPrompt="1"/>
          </p:nvPr>
        </p:nvSpPr>
        <p:spPr>
          <a:xfrm>
            <a:off x="5997638" y="2994063"/>
            <a:ext cx="656100" cy="438900"/>
          </a:xfrm>
          <a:prstGeom prst="rect">
            <a:avLst/>
          </a:prstGeom>
          <a:noFill/>
        </p:spPr>
        <p:txBody>
          <a:bodyPr spcFirstLastPara="1" wrap="square" lIns="91425" tIns="91425" rIns="91425" bIns="91425" anchor="ctr" anchorCtr="0">
            <a:noAutofit/>
          </a:bodyPr>
          <a:lstStyle>
            <a:lvl1pPr lvl="0" rtl="0">
              <a:lnSpc>
                <a:spcPct val="115000"/>
              </a:lnSpc>
              <a:spcBef>
                <a:spcPts val="0"/>
              </a:spcBef>
              <a:spcAft>
                <a:spcPts val="0"/>
              </a:spcAft>
              <a:buSzPts val="3000"/>
              <a:buNone/>
              <a:defRPr sz="28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9" name="Google Shape;109;p13"/>
          <p:cNvSpPr txBox="1">
            <a:spLocks noGrp="1"/>
          </p:cNvSpPr>
          <p:nvPr>
            <p:ph type="title" idx="15" hasCustomPrompt="1"/>
          </p:nvPr>
        </p:nvSpPr>
        <p:spPr>
          <a:xfrm>
            <a:off x="5997638" y="1142055"/>
            <a:ext cx="656100" cy="438000"/>
          </a:xfrm>
          <a:prstGeom prst="rect">
            <a:avLst/>
          </a:prstGeom>
          <a:noFill/>
        </p:spPr>
        <p:txBody>
          <a:bodyPr spcFirstLastPara="1" wrap="square" lIns="91425" tIns="91425" rIns="91425" bIns="91425" anchor="ctr" anchorCtr="0">
            <a:noAutofit/>
          </a:bodyPr>
          <a:lstStyle>
            <a:lvl1pPr lvl="0" rtl="0">
              <a:lnSpc>
                <a:spcPct val="115000"/>
              </a:lnSpc>
              <a:spcBef>
                <a:spcPts val="0"/>
              </a:spcBef>
              <a:spcAft>
                <a:spcPts val="0"/>
              </a:spcAft>
              <a:buSzPts val="3000"/>
              <a:buNone/>
              <a:defRPr sz="28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10" name="Google Shape;110;p13"/>
          <p:cNvSpPr txBox="1">
            <a:spLocks noGrp="1"/>
          </p:cNvSpPr>
          <p:nvPr>
            <p:ph type="subTitle" idx="16"/>
          </p:nvPr>
        </p:nvSpPr>
        <p:spPr>
          <a:xfrm>
            <a:off x="713225" y="1594575"/>
            <a:ext cx="2423100" cy="438900"/>
          </a:xfrm>
          <a:prstGeom prst="rect">
            <a:avLst/>
          </a:prstGeom>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lvl1pPr lvl="0" rtl="0">
              <a:spcBef>
                <a:spcPts val="0"/>
              </a:spcBef>
              <a:spcAft>
                <a:spcPts val="0"/>
              </a:spcAft>
              <a:buSzPts val="2400"/>
              <a:buFont typeface="Bebas Neue"/>
              <a:buNone/>
              <a:defRPr sz="2000" b="1">
                <a:latin typeface="Quicksand"/>
                <a:ea typeface="Quicksand"/>
                <a:cs typeface="Quicksand"/>
                <a:sym typeface="Quicksand"/>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a:endParaRPr/>
          </a:p>
        </p:txBody>
      </p:sp>
      <p:sp>
        <p:nvSpPr>
          <p:cNvPr id="111" name="Google Shape;111;p13"/>
          <p:cNvSpPr txBox="1">
            <a:spLocks noGrp="1"/>
          </p:cNvSpPr>
          <p:nvPr>
            <p:ph type="subTitle" idx="17"/>
          </p:nvPr>
        </p:nvSpPr>
        <p:spPr>
          <a:xfrm>
            <a:off x="713225" y="3447136"/>
            <a:ext cx="2423100" cy="428400"/>
          </a:xfrm>
          <a:prstGeom prst="rect">
            <a:avLst/>
          </a:prstGeom>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lvl1pPr lvl="0" rtl="0">
              <a:spcBef>
                <a:spcPts val="0"/>
              </a:spcBef>
              <a:spcAft>
                <a:spcPts val="0"/>
              </a:spcAft>
              <a:buSzPts val="2400"/>
              <a:buFont typeface="Bebas Neue"/>
              <a:buNone/>
              <a:defRPr sz="2000" b="1">
                <a:latin typeface="Quicksand"/>
                <a:ea typeface="Quicksand"/>
                <a:cs typeface="Quicksand"/>
                <a:sym typeface="Quicksand"/>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a:endParaRPr/>
          </a:p>
        </p:txBody>
      </p:sp>
      <p:sp>
        <p:nvSpPr>
          <p:cNvPr id="112" name="Google Shape;112;p13"/>
          <p:cNvSpPr txBox="1">
            <a:spLocks noGrp="1"/>
          </p:cNvSpPr>
          <p:nvPr>
            <p:ph type="subTitle" idx="18"/>
          </p:nvPr>
        </p:nvSpPr>
        <p:spPr>
          <a:xfrm>
            <a:off x="3359125" y="3447125"/>
            <a:ext cx="2423100" cy="428400"/>
          </a:xfrm>
          <a:prstGeom prst="rect">
            <a:avLst/>
          </a:prstGeom>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lvl1pPr lvl="0" rtl="0">
              <a:spcBef>
                <a:spcPts val="0"/>
              </a:spcBef>
              <a:spcAft>
                <a:spcPts val="0"/>
              </a:spcAft>
              <a:buSzPts val="2400"/>
              <a:buFont typeface="Bebas Neue"/>
              <a:buNone/>
              <a:defRPr sz="2000" b="1">
                <a:latin typeface="Quicksand"/>
                <a:ea typeface="Quicksand"/>
                <a:cs typeface="Quicksand"/>
                <a:sym typeface="Quicksand"/>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a:endParaRPr/>
          </a:p>
        </p:txBody>
      </p:sp>
      <p:sp>
        <p:nvSpPr>
          <p:cNvPr id="113" name="Google Shape;113;p13"/>
          <p:cNvSpPr txBox="1">
            <a:spLocks noGrp="1"/>
          </p:cNvSpPr>
          <p:nvPr>
            <p:ph type="subTitle" idx="19"/>
          </p:nvPr>
        </p:nvSpPr>
        <p:spPr>
          <a:xfrm>
            <a:off x="3359125" y="1594575"/>
            <a:ext cx="2423100" cy="438900"/>
          </a:xfrm>
          <a:prstGeom prst="rect">
            <a:avLst/>
          </a:prstGeom>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lvl1pPr lvl="0" rtl="0">
              <a:spcBef>
                <a:spcPts val="0"/>
              </a:spcBef>
              <a:spcAft>
                <a:spcPts val="0"/>
              </a:spcAft>
              <a:buSzPts val="2400"/>
              <a:buFont typeface="Bebas Neue"/>
              <a:buNone/>
              <a:defRPr sz="2000" b="1">
                <a:latin typeface="Quicksand"/>
                <a:ea typeface="Quicksand"/>
                <a:cs typeface="Quicksand"/>
                <a:sym typeface="Quicksand"/>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a:endParaRPr/>
          </a:p>
        </p:txBody>
      </p:sp>
      <p:sp>
        <p:nvSpPr>
          <p:cNvPr id="114" name="Google Shape;114;p13"/>
          <p:cNvSpPr txBox="1">
            <a:spLocks noGrp="1"/>
          </p:cNvSpPr>
          <p:nvPr>
            <p:ph type="subTitle" idx="20"/>
          </p:nvPr>
        </p:nvSpPr>
        <p:spPr>
          <a:xfrm>
            <a:off x="5997638" y="3447125"/>
            <a:ext cx="2423100" cy="428400"/>
          </a:xfrm>
          <a:prstGeom prst="rect">
            <a:avLst/>
          </a:prstGeom>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lvl1pPr lvl="0" rtl="0">
              <a:spcBef>
                <a:spcPts val="0"/>
              </a:spcBef>
              <a:spcAft>
                <a:spcPts val="0"/>
              </a:spcAft>
              <a:buSzPts val="2400"/>
              <a:buFont typeface="Bebas Neue"/>
              <a:buNone/>
              <a:defRPr sz="2000" b="1">
                <a:latin typeface="Quicksand"/>
                <a:ea typeface="Quicksand"/>
                <a:cs typeface="Quicksand"/>
                <a:sym typeface="Quicksand"/>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a:endParaRPr/>
          </a:p>
        </p:txBody>
      </p:sp>
      <p:sp>
        <p:nvSpPr>
          <p:cNvPr id="115" name="Google Shape;115;p13"/>
          <p:cNvSpPr txBox="1">
            <a:spLocks noGrp="1"/>
          </p:cNvSpPr>
          <p:nvPr>
            <p:ph type="subTitle" idx="21"/>
          </p:nvPr>
        </p:nvSpPr>
        <p:spPr>
          <a:xfrm>
            <a:off x="5997638" y="1594575"/>
            <a:ext cx="2423100" cy="438900"/>
          </a:xfrm>
          <a:prstGeom prst="rect">
            <a:avLst/>
          </a:prstGeom>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lvl1pPr lvl="0" rtl="0">
              <a:spcBef>
                <a:spcPts val="0"/>
              </a:spcBef>
              <a:spcAft>
                <a:spcPts val="0"/>
              </a:spcAft>
              <a:buSzPts val="2400"/>
              <a:buFont typeface="Bebas Neue"/>
              <a:buNone/>
              <a:defRPr sz="2000" b="1">
                <a:latin typeface="Quicksand"/>
                <a:ea typeface="Quicksand"/>
                <a:cs typeface="Quicksand"/>
                <a:sym typeface="Quicksand"/>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a:endParaRPr/>
          </a:p>
        </p:txBody>
      </p:sp>
      <p:cxnSp>
        <p:nvCxnSpPr>
          <p:cNvPr id="116" name="Google Shape;116;p13"/>
          <p:cNvCxnSpPr/>
          <p:nvPr/>
        </p:nvCxnSpPr>
        <p:spPr>
          <a:xfrm>
            <a:off x="382625" y="339563"/>
            <a:ext cx="3803400" cy="0"/>
          </a:xfrm>
          <a:prstGeom prst="straightConnector1">
            <a:avLst/>
          </a:prstGeom>
          <a:noFill/>
          <a:ln w="19050" cap="flat" cmpd="sng">
            <a:solidFill>
              <a:schemeClr val="lt1"/>
            </a:solidFill>
            <a:prstDash val="solid"/>
            <a:round/>
            <a:headEnd type="oval" w="med" len="med"/>
            <a:tailEnd type="none" w="med" len="med"/>
          </a:ln>
        </p:spPr>
      </p:cxnSp>
      <p:sp>
        <p:nvSpPr>
          <p:cNvPr id="117" name="Google Shape;117;p13"/>
          <p:cNvSpPr/>
          <p:nvPr/>
        </p:nvSpPr>
        <p:spPr>
          <a:xfrm>
            <a:off x="4452300" y="219875"/>
            <a:ext cx="239400" cy="239400"/>
          </a:xfrm>
          <a:prstGeom prst="star4">
            <a:avLst>
              <a:gd name="adj" fmla="val 15727"/>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18" name="Google Shape;118;p13"/>
          <p:cNvCxnSpPr/>
          <p:nvPr/>
        </p:nvCxnSpPr>
        <p:spPr>
          <a:xfrm>
            <a:off x="4957925" y="339563"/>
            <a:ext cx="3803400" cy="0"/>
          </a:xfrm>
          <a:prstGeom prst="straightConnector1">
            <a:avLst/>
          </a:prstGeom>
          <a:noFill/>
          <a:ln w="19050" cap="flat" cmpd="sng">
            <a:solidFill>
              <a:schemeClr val="lt1"/>
            </a:solidFill>
            <a:prstDash val="solid"/>
            <a:round/>
            <a:headEnd type="none" w="med" len="med"/>
            <a:tailEnd type="oval" w="med" len="med"/>
          </a:ln>
        </p:spPr>
      </p:cxnSp>
      <p:cxnSp>
        <p:nvCxnSpPr>
          <p:cNvPr id="119" name="Google Shape;119;p13"/>
          <p:cNvCxnSpPr/>
          <p:nvPr/>
        </p:nvCxnSpPr>
        <p:spPr>
          <a:xfrm>
            <a:off x="382650" y="4798838"/>
            <a:ext cx="3803400" cy="0"/>
          </a:xfrm>
          <a:prstGeom prst="straightConnector1">
            <a:avLst/>
          </a:prstGeom>
          <a:noFill/>
          <a:ln w="19050" cap="flat" cmpd="sng">
            <a:solidFill>
              <a:schemeClr val="lt1"/>
            </a:solidFill>
            <a:prstDash val="solid"/>
            <a:round/>
            <a:headEnd type="oval" w="med" len="med"/>
            <a:tailEnd type="none" w="med" len="med"/>
          </a:ln>
        </p:spPr>
      </p:cxnSp>
      <p:sp>
        <p:nvSpPr>
          <p:cNvPr id="120" name="Google Shape;120;p13"/>
          <p:cNvSpPr txBox="1">
            <a:spLocks noGrp="1"/>
          </p:cNvSpPr>
          <p:nvPr>
            <p:ph type="sldNum" idx="12"/>
          </p:nvPr>
        </p:nvSpPr>
        <p:spPr>
          <a:xfrm>
            <a:off x="4297650" y="4602875"/>
            <a:ext cx="548700" cy="333600"/>
          </a:xfrm>
          <a:prstGeom prst="rect">
            <a:avLst/>
          </a:prstGeom>
        </p:spPr>
        <p:txBody>
          <a:bodyPr spcFirstLastPara="1" wrap="square" lIns="91425" tIns="91425" rIns="91425" bIns="91425" anchor="t" anchorCtr="0">
            <a:noAutofit/>
          </a:bodyPr>
          <a:lstStyle>
            <a:lvl1pPr lvl="0" algn="ctr" rtl="0">
              <a:buNone/>
              <a:defRPr>
                <a:solidFill>
                  <a:schemeClr val="dk2"/>
                </a:solidFill>
              </a:defRPr>
            </a:lvl1pPr>
            <a:lvl2pPr lvl="1" algn="ctr" rtl="0">
              <a:buNone/>
              <a:defRPr>
                <a:solidFill>
                  <a:schemeClr val="dk2"/>
                </a:solidFill>
              </a:defRPr>
            </a:lvl2pPr>
            <a:lvl3pPr lvl="2" algn="ctr" rtl="0">
              <a:buNone/>
              <a:defRPr>
                <a:solidFill>
                  <a:schemeClr val="dk2"/>
                </a:solidFill>
              </a:defRPr>
            </a:lvl3pPr>
            <a:lvl4pPr lvl="3" algn="ctr" rtl="0">
              <a:buNone/>
              <a:defRPr>
                <a:solidFill>
                  <a:schemeClr val="dk2"/>
                </a:solidFill>
              </a:defRPr>
            </a:lvl4pPr>
            <a:lvl5pPr lvl="4" algn="ctr" rtl="0">
              <a:buNone/>
              <a:defRPr>
                <a:solidFill>
                  <a:schemeClr val="dk2"/>
                </a:solidFill>
              </a:defRPr>
            </a:lvl5pPr>
            <a:lvl6pPr lvl="5" algn="ctr" rtl="0">
              <a:buNone/>
              <a:defRPr>
                <a:solidFill>
                  <a:schemeClr val="dk2"/>
                </a:solidFill>
              </a:defRPr>
            </a:lvl6pPr>
            <a:lvl7pPr lvl="6" algn="ctr" rtl="0">
              <a:buNone/>
              <a:defRPr>
                <a:solidFill>
                  <a:schemeClr val="dk2"/>
                </a:solidFill>
              </a:defRPr>
            </a:lvl7pPr>
            <a:lvl8pPr lvl="7" algn="ctr" rtl="0">
              <a:buNone/>
              <a:defRPr>
                <a:solidFill>
                  <a:schemeClr val="dk2"/>
                </a:solidFill>
              </a:defRPr>
            </a:lvl8pPr>
            <a:lvl9pPr lvl="8" algn="ctr" rtl="0">
              <a:buNone/>
              <a:defRPr>
                <a:solidFill>
                  <a:schemeClr val="dk2"/>
                </a:solidFill>
              </a:defRPr>
            </a:lvl9pPr>
          </a:lstStyle>
          <a:p>
            <a:pPr marL="0" lvl="0" indent="0" algn="ctr" rtl="0">
              <a:spcBef>
                <a:spcPts val="0"/>
              </a:spcBef>
              <a:spcAft>
                <a:spcPts val="0"/>
              </a:spcAft>
              <a:buNone/>
            </a:pPr>
            <a:fld id="{00000000-1234-1234-1234-123412341234}" type="slidenum">
              <a:rPr lang="en"/>
              <a:t>‹#›</a:t>
            </a:fld>
            <a:endParaRPr/>
          </a:p>
        </p:txBody>
      </p:sp>
      <p:cxnSp>
        <p:nvCxnSpPr>
          <p:cNvPr id="121" name="Google Shape;121;p13"/>
          <p:cNvCxnSpPr/>
          <p:nvPr/>
        </p:nvCxnSpPr>
        <p:spPr>
          <a:xfrm>
            <a:off x="4957950" y="4798838"/>
            <a:ext cx="3803400" cy="0"/>
          </a:xfrm>
          <a:prstGeom prst="straightConnector1">
            <a:avLst/>
          </a:prstGeom>
          <a:noFill/>
          <a:ln w="19050" cap="flat" cmpd="sng">
            <a:solidFill>
              <a:schemeClr val="lt1"/>
            </a:solidFill>
            <a:prstDash val="solid"/>
            <a:round/>
            <a:headEnd type="none" w="med" len="med"/>
            <a:tailEnd type="oval" w="med" len="med"/>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hree columns 1">
  <p:cSld name="CUSTOM_6_1">
    <p:spTree>
      <p:nvGrpSpPr>
        <p:cNvPr id="1" name="Shape 168"/>
        <p:cNvGrpSpPr/>
        <p:nvPr/>
      </p:nvGrpSpPr>
      <p:grpSpPr>
        <a:xfrm>
          <a:off x="0" y="0"/>
          <a:ext cx="0" cy="0"/>
          <a:chOff x="0" y="0"/>
          <a:chExt cx="0" cy="0"/>
        </a:xfrm>
      </p:grpSpPr>
      <p:sp>
        <p:nvSpPr>
          <p:cNvPr id="169" name="Google Shape;169;p18"/>
          <p:cNvSpPr/>
          <p:nvPr/>
        </p:nvSpPr>
        <p:spPr>
          <a:xfrm>
            <a:off x="145950" y="149100"/>
            <a:ext cx="8852100" cy="48453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70" name="Google Shape;170;p18"/>
          <p:cNvCxnSpPr/>
          <p:nvPr/>
        </p:nvCxnSpPr>
        <p:spPr>
          <a:xfrm>
            <a:off x="382625" y="339563"/>
            <a:ext cx="3803400" cy="0"/>
          </a:xfrm>
          <a:prstGeom prst="straightConnector1">
            <a:avLst/>
          </a:prstGeom>
          <a:noFill/>
          <a:ln w="19050" cap="flat" cmpd="sng">
            <a:solidFill>
              <a:schemeClr val="lt1"/>
            </a:solidFill>
            <a:prstDash val="solid"/>
            <a:round/>
            <a:headEnd type="oval" w="med" len="med"/>
            <a:tailEnd type="none" w="med" len="med"/>
          </a:ln>
        </p:spPr>
      </p:cxnSp>
      <p:sp>
        <p:nvSpPr>
          <p:cNvPr id="171" name="Google Shape;171;p18"/>
          <p:cNvSpPr/>
          <p:nvPr/>
        </p:nvSpPr>
        <p:spPr>
          <a:xfrm>
            <a:off x="4452300" y="219875"/>
            <a:ext cx="239400" cy="239400"/>
          </a:xfrm>
          <a:prstGeom prst="star4">
            <a:avLst>
              <a:gd name="adj" fmla="val 15727"/>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72" name="Google Shape;172;p18"/>
          <p:cNvCxnSpPr/>
          <p:nvPr/>
        </p:nvCxnSpPr>
        <p:spPr>
          <a:xfrm>
            <a:off x="4957925" y="339563"/>
            <a:ext cx="3803400" cy="0"/>
          </a:xfrm>
          <a:prstGeom prst="straightConnector1">
            <a:avLst/>
          </a:prstGeom>
          <a:noFill/>
          <a:ln w="19050" cap="flat" cmpd="sng">
            <a:solidFill>
              <a:schemeClr val="lt1"/>
            </a:solidFill>
            <a:prstDash val="solid"/>
            <a:round/>
            <a:headEnd type="none" w="med" len="med"/>
            <a:tailEnd type="oval" w="med" len="med"/>
          </a:ln>
        </p:spPr>
      </p:cxnSp>
      <p:cxnSp>
        <p:nvCxnSpPr>
          <p:cNvPr id="173" name="Google Shape;173;p18"/>
          <p:cNvCxnSpPr/>
          <p:nvPr/>
        </p:nvCxnSpPr>
        <p:spPr>
          <a:xfrm>
            <a:off x="382650" y="4798838"/>
            <a:ext cx="3803400" cy="0"/>
          </a:xfrm>
          <a:prstGeom prst="straightConnector1">
            <a:avLst/>
          </a:prstGeom>
          <a:noFill/>
          <a:ln w="19050" cap="flat" cmpd="sng">
            <a:solidFill>
              <a:schemeClr val="lt1"/>
            </a:solidFill>
            <a:prstDash val="solid"/>
            <a:round/>
            <a:headEnd type="oval" w="med" len="med"/>
            <a:tailEnd type="none" w="med" len="med"/>
          </a:ln>
        </p:spPr>
      </p:cxnSp>
      <p:sp>
        <p:nvSpPr>
          <p:cNvPr id="174" name="Google Shape;174;p18"/>
          <p:cNvSpPr txBox="1">
            <a:spLocks noGrp="1"/>
          </p:cNvSpPr>
          <p:nvPr>
            <p:ph type="sldNum" idx="12"/>
          </p:nvPr>
        </p:nvSpPr>
        <p:spPr>
          <a:xfrm>
            <a:off x="4297650" y="4602875"/>
            <a:ext cx="548700" cy="333600"/>
          </a:xfrm>
          <a:prstGeom prst="rect">
            <a:avLst/>
          </a:prstGeom>
        </p:spPr>
        <p:txBody>
          <a:bodyPr spcFirstLastPara="1" wrap="square" lIns="91425" tIns="91425" rIns="91425" bIns="91425" anchor="t" anchorCtr="0">
            <a:noAutofit/>
          </a:bodyPr>
          <a:lstStyle>
            <a:lvl1pPr lvl="0" algn="ctr" rtl="0">
              <a:buNone/>
              <a:defRPr>
                <a:solidFill>
                  <a:schemeClr val="dk2"/>
                </a:solidFill>
              </a:defRPr>
            </a:lvl1pPr>
            <a:lvl2pPr lvl="1" algn="ctr" rtl="0">
              <a:buNone/>
              <a:defRPr>
                <a:solidFill>
                  <a:schemeClr val="dk2"/>
                </a:solidFill>
              </a:defRPr>
            </a:lvl2pPr>
            <a:lvl3pPr lvl="2" algn="ctr" rtl="0">
              <a:buNone/>
              <a:defRPr>
                <a:solidFill>
                  <a:schemeClr val="dk2"/>
                </a:solidFill>
              </a:defRPr>
            </a:lvl3pPr>
            <a:lvl4pPr lvl="3" algn="ctr" rtl="0">
              <a:buNone/>
              <a:defRPr>
                <a:solidFill>
                  <a:schemeClr val="dk2"/>
                </a:solidFill>
              </a:defRPr>
            </a:lvl4pPr>
            <a:lvl5pPr lvl="4" algn="ctr" rtl="0">
              <a:buNone/>
              <a:defRPr>
                <a:solidFill>
                  <a:schemeClr val="dk2"/>
                </a:solidFill>
              </a:defRPr>
            </a:lvl5pPr>
            <a:lvl6pPr lvl="5" algn="ctr" rtl="0">
              <a:buNone/>
              <a:defRPr>
                <a:solidFill>
                  <a:schemeClr val="dk2"/>
                </a:solidFill>
              </a:defRPr>
            </a:lvl6pPr>
            <a:lvl7pPr lvl="6" algn="ctr" rtl="0">
              <a:buNone/>
              <a:defRPr>
                <a:solidFill>
                  <a:schemeClr val="dk2"/>
                </a:solidFill>
              </a:defRPr>
            </a:lvl7pPr>
            <a:lvl8pPr lvl="7" algn="ctr" rtl="0">
              <a:buNone/>
              <a:defRPr>
                <a:solidFill>
                  <a:schemeClr val="dk2"/>
                </a:solidFill>
              </a:defRPr>
            </a:lvl8pPr>
            <a:lvl9pPr lvl="8" algn="ctr" rtl="0">
              <a:buNone/>
              <a:defRPr>
                <a:solidFill>
                  <a:schemeClr val="dk2"/>
                </a:solidFill>
              </a:defRPr>
            </a:lvl9pPr>
          </a:lstStyle>
          <a:p>
            <a:pPr marL="0" lvl="0" indent="0" algn="ctr" rtl="0">
              <a:spcBef>
                <a:spcPts val="0"/>
              </a:spcBef>
              <a:spcAft>
                <a:spcPts val="0"/>
              </a:spcAft>
              <a:buNone/>
            </a:pPr>
            <a:fld id="{00000000-1234-1234-1234-123412341234}" type="slidenum">
              <a:rPr lang="en"/>
              <a:t>‹#›</a:t>
            </a:fld>
            <a:endParaRPr/>
          </a:p>
        </p:txBody>
      </p:sp>
      <p:cxnSp>
        <p:nvCxnSpPr>
          <p:cNvPr id="175" name="Google Shape;175;p18"/>
          <p:cNvCxnSpPr/>
          <p:nvPr/>
        </p:nvCxnSpPr>
        <p:spPr>
          <a:xfrm>
            <a:off x="4957950" y="4798838"/>
            <a:ext cx="3803400" cy="0"/>
          </a:xfrm>
          <a:prstGeom prst="straightConnector1">
            <a:avLst/>
          </a:prstGeom>
          <a:noFill/>
          <a:ln w="19050" cap="flat" cmpd="sng">
            <a:solidFill>
              <a:schemeClr val="lt1"/>
            </a:solidFill>
            <a:prstDash val="solid"/>
            <a:round/>
            <a:headEnd type="none" w="med" len="med"/>
            <a:tailEnd type="oval" w="med" len="med"/>
          </a:ln>
        </p:spPr>
      </p:cxnSp>
      <p:sp>
        <p:nvSpPr>
          <p:cNvPr id="176" name="Google Shape;176;p1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77" name="Google Shape;177;p18"/>
          <p:cNvSpPr txBox="1">
            <a:spLocks noGrp="1"/>
          </p:cNvSpPr>
          <p:nvPr>
            <p:ph type="subTitle" idx="1"/>
          </p:nvPr>
        </p:nvSpPr>
        <p:spPr>
          <a:xfrm>
            <a:off x="720025" y="1610942"/>
            <a:ext cx="7704000" cy="530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a:endParaRPr/>
          </a:p>
        </p:txBody>
      </p:sp>
      <p:sp>
        <p:nvSpPr>
          <p:cNvPr id="178" name="Google Shape;178;p18"/>
          <p:cNvSpPr txBox="1">
            <a:spLocks noGrp="1"/>
          </p:cNvSpPr>
          <p:nvPr>
            <p:ph type="subTitle" idx="2"/>
          </p:nvPr>
        </p:nvSpPr>
        <p:spPr>
          <a:xfrm>
            <a:off x="720025" y="2731125"/>
            <a:ext cx="7704000" cy="527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a:endParaRPr/>
          </a:p>
        </p:txBody>
      </p:sp>
      <p:sp>
        <p:nvSpPr>
          <p:cNvPr id="179" name="Google Shape;179;p18"/>
          <p:cNvSpPr txBox="1">
            <a:spLocks noGrp="1"/>
          </p:cNvSpPr>
          <p:nvPr>
            <p:ph type="subTitle" idx="3"/>
          </p:nvPr>
        </p:nvSpPr>
        <p:spPr>
          <a:xfrm>
            <a:off x="720025" y="3851625"/>
            <a:ext cx="7704000" cy="527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a:endParaRPr/>
          </a:p>
        </p:txBody>
      </p:sp>
      <p:sp>
        <p:nvSpPr>
          <p:cNvPr id="180" name="Google Shape;180;p18"/>
          <p:cNvSpPr txBox="1">
            <a:spLocks noGrp="1"/>
          </p:cNvSpPr>
          <p:nvPr>
            <p:ph type="subTitle" idx="4"/>
          </p:nvPr>
        </p:nvSpPr>
        <p:spPr>
          <a:xfrm>
            <a:off x="720025" y="1241274"/>
            <a:ext cx="7704000" cy="393600"/>
          </a:xfrm>
          <a:prstGeom prst="rect">
            <a:avLst/>
          </a:prstGeom>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lvl1pPr lvl="0" rtl="0">
              <a:spcBef>
                <a:spcPts val="0"/>
              </a:spcBef>
              <a:spcAft>
                <a:spcPts val="0"/>
              </a:spcAft>
              <a:buSzPts val="2400"/>
              <a:buFont typeface="Bebas Neue"/>
              <a:buNone/>
              <a:defRPr sz="2000" b="1">
                <a:solidFill>
                  <a:schemeClr val="dk2"/>
                </a:solidFill>
                <a:latin typeface="Quicksand"/>
                <a:ea typeface="Quicksand"/>
                <a:cs typeface="Quicksand"/>
                <a:sym typeface="Quicksand"/>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a:endParaRPr/>
          </a:p>
        </p:txBody>
      </p:sp>
      <p:sp>
        <p:nvSpPr>
          <p:cNvPr id="181" name="Google Shape;181;p18"/>
          <p:cNvSpPr txBox="1">
            <a:spLocks noGrp="1"/>
          </p:cNvSpPr>
          <p:nvPr>
            <p:ph type="subTitle" idx="5"/>
          </p:nvPr>
        </p:nvSpPr>
        <p:spPr>
          <a:xfrm>
            <a:off x="720025" y="2350125"/>
            <a:ext cx="7704000" cy="393600"/>
          </a:xfrm>
          <a:prstGeom prst="rect">
            <a:avLst/>
          </a:prstGeom>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lvl1pPr lvl="0" rtl="0">
              <a:spcBef>
                <a:spcPts val="0"/>
              </a:spcBef>
              <a:spcAft>
                <a:spcPts val="0"/>
              </a:spcAft>
              <a:buSzPts val="2400"/>
              <a:buFont typeface="Bebas Neue"/>
              <a:buNone/>
              <a:defRPr sz="2000" b="1">
                <a:solidFill>
                  <a:schemeClr val="dk2"/>
                </a:solidFill>
                <a:latin typeface="Quicksand"/>
                <a:ea typeface="Quicksand"/>
                <a:cs typeface="Quicksand"/>
                <a:sym typeface="Quicksand"/>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a:endParaRPr/>
          </a:p>
        </p:txBody>
      </p:sp>
      <p:sp>
        <p:nvSpPr>
          <p:cNvPr id="182" name="Google Shape;182;p18"/>
          <p:cNvSpPr txBox="1">
            <a:spLocks noGrp="1"/>
          </p:cNvSpPr>
          <p:nvPr>
            <p:ph type="subTitle" idx="6"/>
          </p:nvPr>
        </p:nvSpPr>
        <p:spPr>
          <a:xfrm>
            <a:off x="720025" y="3470625"/>
            <a:ext cx="7704000" cy="393600"/>
          </a:xfrm>
          <a:prstGeom prst="rect">
            <a:avLst/>
          </a:prstGeom>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lvl1pPr lvl="0" rtl="0">
              <a:spcBef>
                <a:spcPts val="0"/>
              </a:spcBef>
              <a:spcAft>
                <a:spcPts val="0"/>
              </a:spcAft>
              <a:buSzPts val="2400"/>
              <a:buFont typeface="Bebas Neue"/>
              <a:buNone/>
              <a:defRPr sz="2000" b="1">
                <a:solidFill>
                  <a:schemeClr val="dk2"/>
                </a:solidFill>
                <a:latin typeface="Quicksand"/>
                <a:ea typeface="Quicksand"/>
                <a:cs typeface="Quicksand"/>
                <a:sym typeface="Quicksand"/>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160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160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160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160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160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160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1600"/>
              </a:spcBef>
              <a:spcAft>
                <a:spcPts val="1600"/>
              </a:spcAft>
              <a:buSzPts val="2400"/>
              <a:buFont typeface="Bebas Neue"/>
              <a:buNone/>
              <a:defRPr sz="2400">
                <a:latin typeface="Bebas Neue"/>
                <a:ea typeface="Bebas Neue"/>
                <a:cs typeface="Bebas Neue"/>
                <a:sym typeface="Bebas Neu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ackground">
  <p:cSld name="CUSTOM_7">
    <p:spTree>
      <p:nvGrpSpPr>
        <p:cNvPr id="1" name="Shape 259"/>
        <p:cNvGrpSpPr/>
        <p:nvPr/>
      </p:nvGrpSpPr>
      <p:grpSpPr>
        <a:xfrm>
          <a:off x="0" y="0"/>
          <a:ext cx="0" cy="0"/>
          <a:chOff x="0" y="0"/>
          <a:chExt cx="0" cy="0"/>
        </a:xfrm>
      </p:grpSpPr>
      <p:sp>
        <p:nvSpPr>
          <p:cNvPr id="260" name="Google Shape;260;p24"/>
          <p:cNvSpPr/>
          <p:nvPr/>
        </p:nvSpPr>
        <p:spPr>
          <a:xfrm>
            <a:off x="145950" y="149100"/>
            <a:ext cx="8852100" cy="48453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24"/>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cxnSp>
        <p:nvCxnSpPr>
          <p:cNvPr id="262" name="Google Shape;262;p24"/>
          <p:cNvCxnSpPr/>
          <p:nvPr/>
        </p:nvCxnSpPr>
        <p:spPr>
          <a:xfrm>
            <a:off x="382625" y="339563"/>
            <a:ext cx="3803400" cy="0"/>
          </a:xfrm>
          <a:prstGeom prst="straightConnector1">
            <a:avLst/>
          </a:prstGeom>
          <a:noFill/>
          <a:ln w="19050" cap="flat" cmpd="sng">
            <a:solidFill>
              <a:schemeClr val="lt1"/>
            </a:solidFill>
            <a:prstDash val="solid"/>
            <a:round/>
            <a:headEnd type="oval" w="med" len="med"/>
            <a:tailEnd type="none" w="med" len="med"/>
          </a:ln>
        </p:spPr>
      </p:cxnSp>
      <p:sp>
        <p:nvSpPr>
          <p:cNvPr id="263" name="Google Shape;263;p24"/>
          <p:cNvSpPr/>
          <p:nvPr/>
        </p:nvSpPr>
        <p:spPr>
          <a:xfrm>
            <a:off x="4452300" y="219875"/>
            <a:ext cx="239400" cy="239400"/>
          </a:xfrm>
          <a:prstGeom prst="star4">
            <a:avLst>
              <a:gd name="adj" fmla="val 15727"/>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64" name="Google Shape;264;p24"/>
          <p:cNvCxnSpPr/>
          <p:nvPr/>
        </p:nvCxnSpPr>
        <p:spPr>
          <a:xfrm>
            <a:off x="4957925" y="339563"/>
            <a:ext cx="3803400" cy="0"/>
          </a:xfrm>
          <a:prstGeom prst="straightConnector1">
            <a:avLst/>
          </a:prstGeom>
          <a:noFill/>
          <a:ln w="19050" cap="flat" cmpd="sng">
            <a:solidFill>
              <a:schemeClr val="lt1"/>
            </a:solidFill>
            <a:prstDash val="solid"/>
            <a:round/>
            <a:headEnd type="none" w="med" len="med"/>
            <a:tailEnd type="oval" w="med" len="med"/>
          </a:ln>
        </p:spPr>
      </p:cxnSp>
      <p:cxnSp>
        <p:nvCxnSpPr>
          <p:cNvPr id="265" name="Google Shape;265;p24"/>
          <p:cNvCxnSpPr/>
          <p:nvPr/>
        </p:nvCxnSpPr>
        <p:spPr>
          <a:xfrm>
            <a:off x="382650" y="4798838"/>
            <a:ext cx="3803400" cy="0"/>
          </a:xfrm>
          <a:prstGeom prst="straightConnector1">
            <a:avLst/>
          </a:prstGeom>
          <a:noFill/>
          <a:ln w="19050" cap="flat" cmpd="sng">
            <a:solidFill>
              <a:schemeClr val="lt1"/>
            </a:solidFill>
            <a:prstDash val="solid"/>
            <a:round/>
            <a:headEnd type="oval" w="med" len="med"/>
            <a:tailEnd type="none" w="med" len="med"/>
          </a:ln>
        </p:spPr>
      </p:cxnSp>
      <p:sp>
        <p:nvSpPr>
          <p:cNvPr id="266" name="Google Shape;266;p24"/>
          <p:cNvSpPr txBox="1">
            <a:spLocks noGrp="1"/>
          </p:cNvSpPr>
          <p:nvPr>
            <p:ph type="sldNum" idx="2"/>
          </p:nvPr>
        </p:nvSpPr>
        <p:spPr>
          <a:xfrm>
            <a:off x="4297650" y="4602875"/>
            <a:ext cx="548700" cy="333600"/>
          </a:xfrm>
          <a:prstGeom prst="rect">
            <a:avLst/>
          </a:prstGeom>
        </p:spPr>
        <p:txBody>
          <a:bodyPr spcFirstLastPara="1" wrap="square" lIns="91425" tIns="91425" rIns="91425" bIns="91425" anchor="t" anchorCtr="0">
            <a:noAutofit/>
          </a:bodyPr>
          <a:lstStyle>
            <a:lvl1pPr lvl="0" algn="ctr" rtl="0">
              <a:buNone/>
              <a:defRPr>
                <a:solidFill>
                  <a:schemeClr val="lt1"/>
                </a:solidFill>
              </a:defRPr>
            </a:lvl1pPr>
            <a:lvl2pPr lvl="1" algn="ctr" rtl="0">
              <a:buNone/>
              <a:defRPr>
                <a:solidFill>
                  <a:schemeClr val="lt1"/>
                </a:solidFill>
              </a:defRPr>
            </a:lvl2pPr>
            <a:lvl3pPr lvl="2" algn="ctr" rtl="0">
              <a:buNone/>
              <a:defRPr>
                <a:solidFill>
                  <a:schemeClr val="lt1"/>
                </a:solidFill>
              </a:defRPr>
            </a:lvl3pPr>
            <a:lvl4pPr lvl="3" algn="ctr" rtl="0">
              <a:buNone/>
              <a:defRPr>
                <a:solidFill>
                  <a:schemeClr val="lt1"/>
                </a:solidFill>
              </a:defRPr>
            </a:lvl4pPr>
            <a:lvl5pPr lvl="4" algn="ctr" rtl="0">
              <a:buNone/>
              <a:defRPr>
                <a:solidFill>
                  <a:schemeClr val="lt1"/>
                </a:solidFill>
              </a:defRPr>
            </a:lvl5pPr>
            <a:lvl6pPr lvl="5" algn="ctr" rtl="0">
              <a:buNone/>
              <a:defRPr>
                <a:solidFill>
                  <a:schemeClr val="lt1"/>
                </a:solidFill>
              </a:defRPr>
            </a:lvl6pPr>
            <a:lvl7pPr lvl="6" algn="ctr" rtl="0">
              <a:buNone/>
              <a:defRPr>
                <a:solidFill>
                  <a:schemeClr val="lt1"/>
                </a:solidFill>
              </a:defRPr>
            </a:lvl7pPr>
            <a:lvl8pPr lvl="7" algn="ctr" rtl="0">
              <a:buNone/>
              <a:defRPr>
                <a:solidFill>
                  <a:schemeClr val="lt1"/>
                </a:solidFill>
              </a:defRPr>
            </a:lvl8pPr>
            <a:lvl9pPr lvl="8" algn="ctr" rtl="0">
              <a:buNone/>
              <a:defRPr>
                <a:solidFill>
                  <a:schemeClr val="lt1"/>
                </a:solidFill>
              </a:defRPr>
            </a:lvl9pPr>
          </a:lstStyle>
          <a:p>
            <a:pPr marL="0" lvl="0" indent="0" algn="ctr" rtl="0">
              <a:spcBef>
                <a:spcPts val="0"/>
              </a:spcBef>
              <a:spcAft>
                <a:spcPts val="0"/>
              </a:spcAft>
              <a:buNone/>
            </a:pPr>
            <a:fld id="{00000000-1234-1234-1234-123412341234}" type="slidenum">
              <a:rPr lang="en"/>
              <a:t>‹#›</a:t>
            </a:fld>
            <a:endParaRPr/>
          </a:p>
        </p:txBody>
      </p:sp>
      <p:cxnSp>
        <p:nvCxnSpPr>
          <p:cNvPr id="267" name="Google Shape;267;p24"/>
          <p:cNvCxnSpPr/>
          <p:nvPr/>
        </p:nvCxnSpPr>
        <p:spPr>
          <a:xfrm>
            <a:off x="4957950" y="4798838"/>
            <a:ext cx="3803400" cy="0"/>
          </a:xfrm>
          <a:prstGeom prst="straightConnector1">
            <a:avLst/>
          </a:prstGeom>
          <a:noFill/>
          <a:ln w="19050" cap="flat" cmpd="sng">
            <a:solidFill>
              <a:schemeClr val="lt1"/>
            </a:solidFill>
            <a:prstDash val="solid"/>
            <a:round/>
            <a:headEnd type="none" w="med" len="med"/>
            <a:tailEnd type="oval" w="med" len="med"/>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ackground 1">
  <p:cSld name="CUSTOM_8">
    <p:spTree>
      <p:nvGrpSpPr>
        <p:cNvPr id="1" name="Shape 268"/>
        <p:cNvGrpSpPr/>
        <p:nvPr/>
      </p:nvGrpSpPr>
      <p:grpSpPr>
        <a:xfrm>
          <a:off x="0" y="0"/>
          <a:ext cx="0" cy="0"/>
          <a:chOff x="0" y="0"/>
          <a:chExt cx="0" cy="0"/>
        </a:xfrm>
      </p:grpSpPr>
      <p:sp>
        <p:nvSpPr>
          <p:cNvPr id="269" name="Google Shape;269;p25"/>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270" name="Google Shape;270;p25"/>
          <p:cNvSpPr/>
          <p:nvPr/>
        </p:nvSpPr>
        <p:spPr>
          <a:xfrm>
            <a:off x="145950" y="149100"/>
            <a:ext cx="8852100" cy="48453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71" name="Google Shape;271;p25"/>
          <p:cNvCxnSpPr/>
          <p:nvPr/>
        </p:nvCxnSpPr>
        <p:spPr>
          <a:xfrm>
            <a:off x="382625" y="339563"/>
            <a:ext cx="3803400" cy="0"/>
          </a:xfrm>
          <a:prstGeom prst="straightConnector1">
            <a:avLst/>
          </a:prstGeom>
          <a:noFill/>
          <a:ln w="19050" cap="flat" cmpd="sng">
            <a:solidFill>
              <a:schemeClr val="lt1"/>
            </a:solidFill>
            <a:prstDash val="solid"/>
            <a:round/>
            <a:headEnd type="oval" w="med" len="med"/>
            <a:tailEnd type="none" w="med" len="med"/>
          </a:ln>
        </p:spPr>
      </p:cxnSp>
      <p:sp>
        <p:nvSpPr>
          <p:cNvPr id="272" name="Google Shape;272;p25"/>
          <p:cNvSpPr/>
          <p:nvPr/>
        </p:nvSpPr>
        <p:spPr>
          <a:xfrm>
            <a:off x="4452300" y="219875"/>
            <a:ext cx="239400" cy="239400"/>
          </a:xfrm>
          <a:prstGeom prst="star4">
            <a:avLst>
              <a:gd name="adj" fmla="val 15727"/>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73" name="Google Shape;273;p25"/>
          <p:cNvCxnSpPr/>
          <p:nvPr/>
        </p:nvCxnSpPr>
        <p:spPr>
          <a:xfrm>
            <a:off x="4957925" y="339563"/>
            <a:ext cx="3803400" cy="0"/>
          </a:xfrm>
          <a:prstGeom prst="straightConnector1">
            <a:avLst/>
          </a:prstGeom>
          <a:noFill/>
          <a:ln w="19050" cap="flat" cmpd="sng">
            <a:solidFill>
              <a:schemeClr val="lt1"/>
            </a:solidFill>
            <a:prstDash val="solid"/>
            <a:round/>
            <a:headEnd type="none" w="med" len="med"/>
            <a:tailEnd type="oval" w="med" len="med"/>
          </a:ln>
        </p:spPr>
      </p:cxnSp>
      <p:cxnSp>
        <p:nvCxnSpPr>
          <p:cNvPr id="274" name="Google Shape;274;p25"/>
          <p:cNvCxnSpPr/>
          <p:nvPr/>
        </p:nvCxnSpPr>
        <p:spPr>
          <a:xfrm rot="10800000" flipH="1">
            <a:off x="347659" y="4749851"/>
            <a:ext cx="8448600" cy="33000"/>
          </a:xfrm>
          <a:prstGeom prst="straightConnector1">
            <a:avLst/>
          </a:prstGeom>
          <a:noFill/>
          <a:ln w="19050" cap="flat" cmpd="sng">
            <a:solidFill>
              <a:schemeClr val="lt1"/>
            </a:solidFill>
            <a:prstDash val="solid"/>
            <a:round/>
            <a:headEnd type="oval" w="med" len="med"/>
            <a:tailEnd type="oval" w="med" len="med"/>
          </a:ln>
        </p:spPr>
      </p:cxn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Quicksand"/>
              <a:buNone/>
              <a:defRPr sz="3000" b="1">
                <a:solidFill>
                  <a:schemeClr val="dk1"/>
                </a:solidFill>
                <a:latin typeface="Quicksand"/>
                <a:ea typeface="Quicksand"/>
                <a:cs typeface="Quicksand"/>
                <a:sym typeface="Quicksand"/>
              </a:defRPr>
            </a:lvl1pPr>
            <a:lvl2pPr lvl="1" rtl="0">
              <a:spcBef>
                <a:spcPts val="0"/>
              </a:spcBef>
              <a:spcAft>
                <a:spcPts val="0"/>
              </a:spcAft>
              <a:buClr>
                <a:schemeClr val="dk1"/>
              </a:buClr>
              <a:buSzPts val="3000"/>
              <a:buFont typeface="Quicksand"/>
              <a:buNone/>
              <a:defRPr sz="3000" b="1">
                <a:solidFill>
                  <a:schemeClr val="dk1"/>
                </a:solidFill>
                <a:latin typeface="Quicksand"/>
                <a:ea typeface="Quicksand"/>
                <a:cs typeface="Quicksand"/>
                <a:sym typeface="Quicksand"/>
              </a:defRPr>
            </a:lvl2pPr>
            <a:lvl3pPr lvl="2" rtl="0">
              <a:spcBef>
                <a:spcPts val="0"/>
              </a:spcBef>
              <a:spcAft>
                <a:spcPts val="0"/>
              </a:spcAft>
              <a:buClr>
                <a:schemeClr val="dk1"/>
              </a:buClr>
              <a:buSzPts val="3000"/>
              <a:buFont typeface="Quicksand"/>
              <a:buNone/>
              <a:defRPr sz="3000" b="1">
                <a:solidFill>
                  <a:schemeClr val="dk1"/>
                </a:solidFill>
                <a:latin typeface="Quicksand"/>
                <a:ea typeface="Quicksand"/>
                <a:cs typeface="Quicksand"/>
                <a:sym typeface="Quicksand"/>
              </a:defRPr>
            </a:lvl3pPr>
            <a:lvl4pPr lvl="3" rtl="0">
              <a:spcBef>
                <a:spcPts val="0"/>
              </a:spcBef>
              <a:spcAft>
                <a:spcPts val="0"/>
              </a:spcAft>
              <a:buClr>
                <a:schemeClr val="dk1"/>
              </a:buClr>
              <a:buSzPts val="3000"/>
              <a:buFont typeface="Quicksand"/>
              <a:buNone/>
              <a:defRPr sz="3000" b="1">
                <a:solidFill>
                  <a:schemeClr val="dk1"/>
                </a:solidFill>
                <a:latin typeface="Quicksand"/>
                <a:ea typeface="Quicksand"/>
                <a:cs typeface="Quicksand"/>
                <a:sym typeface="Quicksand"/>
              </a:defRPr>
            </a:lvl4pPr>
            <a:lvl5pPr lvl="4" rtl="0">
              <a:spcBef>
                <a:spcPts val="0"/>
              </a:spcBef>
              <a:spcAft>
                <a:spcPts val="0"/>
              </a:spcAft>
              <a:buClr>
                <a:schemeClr val="dk1"/>
              </a:buClr>
              <a:buSzPts val="3000"/>
              <a:buFont typeface="Quicksand"/>
              <a:buNone/>
              <a:defRPr sz="3000" b="1">
                <a:solidFill>
                  <a:schemeClr val="dk1"/>
                </a:solidFill>
                <a:latin typeface="Quicksand"/>
                <a:ea typeface="Quicksand"/>
                <a:cs typeface="Quicksand"/>
                <a:sym typeface="Quicksand"/>
              </a:defRPr>
            </a:lvl5pPr>
            <a:lvl6pPr lvl="5" rtl="0">
              <a:spcBef>
                <a:spcPts val="0"/>
              </a:spcBef>
              <a:spcAft>
                <a:spcPts val="0"/>
              </a:spcAft>
              <a:buClr>
                <a:schemeClr val="dk1"/>
              </a:buClr>
              <a:buSzPts val="3000"/>
              <a:buFont typeface="Quicksand"/>
              <a:buNone/>
              <a:defRPr sz="3000" b="1">
                <a:solidFill>
                  <a:schemeClr val="dk1"/>
                </a:solidFill>
                <a:latin typeface="Quicksand"/>
                <a:ea typeface="Quicksand"/>
                <a:cs typeface="Quicksand"/>
                <a:sym typeface="Quicksand"/>
              </a:defRPr>
            </a:lvl6pPr>
            <a:lvl7pPr lvl="6" rtl="0">
              <a:spcBef>
                <a:spcPts val="0"/>
              </a:spcBef>
              <a:spcAft>
                <a:spcPts val="0"/>
              </a:spcAft>
              <a:buClr>
                <a:schemeClr val="dk1"/>
              </a:buClr>
              <a:buSzPts val="3000"/>
              <a:buFont typeface="Quicksand"/>
              <a:buNone/>
              <a:defRPr sz="3000" b="1">
                <a:solidFill>
                  <a:schemeClr val="dk1"/>
                </a:solidFill>
                <a:latin typeface="Quicksand"/>
                <a:ea typeface="Quicksand"/>
                <a:cs typeface="Quicksand"/>
                <a:sym typeface="Quicksand"/>
              </a:defRPr>
            </a:lvl7pPr>
            <a:lvl8pPr lvl="7" rtl="0">
              <a:spcBef>
                <a:spcPts val="0"/>
              </a:spcBef>
              <a:spcAft>
                <a:spcPts val="0"/>
              </a:spcAft>
              <a:buClr>
                <a:schemeClr val="dk1"/>
              </a:buClr>
              <a:buSzPts val="3000"/>
              <a:buFont typeface="Quicksand"/>
              <a:buNone/>
              <a:defRPr sz="3000" b="1">
                <a:solidFill>
                  <a:schemeClr val="dk1"/>
                </a:solidFill>
                <a:latin typeface="Quicksand"/>
                <a:ea typeface="Quicksand"/>
                <a:cs typeface="Quicksand"/>
                <a:sym typeface="Quicksand"/>
              </a:defRPr>
            </a:lvl8pPr>
            <a:lvl9pPr lvl="8" rtl="0">
              <a:spcBef>
                <a:spcPts val="0"/>
              </a:spcBef>
              <a:spcAft>
                <a:spcPts val="0"/>
              </a:spcAft>
              <a:buClr>
                <a:schemeClr val="dk1"/>
              </a:buClr>
              <a:buSzPts val="3000"/>
              <a:buFont typeface="Quicksand"/>
              <a:buNone/>
              <a:defRPr sz="3000" b="1">
                <a:solidFill>
                  <a:schemeClr val="dk1"/>
                </a:solidFill>
                <a:latin typeface="Quicksand"/>
                <a:ea typeface="Quicksand"/>
                <a:cs typeface="Quicksand"/>
                <a:sym typeface="Quicksand"/>
              </a:defRPr>
            </a:lvl9pPr>
          </a:lstStyle>
          <a:p>
            <a:endParaRPr/>
          </a:p>
        </p:txBody>
      </p:sp>
      <p:sp>
        <p:nvSpPr>
          <p:cNvPr id="7" name="Google Shape;7;p1"/>
          <p:cNvSpPr txBox="1">
            <a:spLocks noGrp="1"/>
          </p:cNvSpPr>
          <p:nvPr>
            <p:ph type="body" idx="1"/>
          </p:nvPr>
        </p:nvSpPr>
        <p:spPr>
          <a:xfrm>
            <a:off x="713400"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Mulish"/>
              <a:buChar char="●"/>
              <a:defRPr>
                <a:solidFill>
                  <a:schemeClr val="dk1"/>
                </a:solidFill>
                <a:latin typeface="Mulish"/>
                <a:ea typeface="Mulish"/>
                <a:cs typeface="Mulish"/>
                <a:sym typeface="Mulish"/>
              </a:defRPr>
            </a:lvl1pPr>
            <a:lvl2pPr marL="914400" lvl="1" indent="-3175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2pPr>
            <a:lvl3pPr marL="1371600" lvl="2" indent="-3175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3pPr>
            <a:lvl4pPr marL="1828800" lvl="3" indent="-3175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4pPr>
            <a:lvl5pPr marL="2286000" lvl="4" indent="-3175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5pPr>
            <a:lvl6pPr marL="2743200" lvl="5" indent="-3175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6pPr>
            <a:lvl7pPr marL="3200400" lvl="6" indent="-3175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7pPr>
            <a:lvl8pPr marL="3657600" lvl="7" indent="-317500">
              <a:lnSpc>
                <a:spcPct val="115000"/>
              </a:lnSpc>
              <a:spcBef>
                <a:spcPts val="1600"/>
              </a:spcBef>
              <a:spcAft>
                <a:spcPts val="0"/>
              </a:spcAft>
              <a:buClr>
                <a:schemeClr val="dk1"/>
              </a:buClr>
              <a:buSzPts val="1400"/>
              <a:buFont typeface="Mulish"/>
              <a:buChar char="○"/>
              <a:defRPr>
                <a:solidFill>
                  <a:schemeClr val="dk1"/>
                </a:solidFill>
                <a:latin typeface="Mulish"/>
                <a:ea typeface="Mulish"/>
                <a:cs typeface="Mulish"/>
                <a:sym typeface="Mulish"/>
              </a:defRPr>
            </a:lvl8pPr>
            <a:lvl9pPr marL="4114800" lvl="8" indent="-317500">
              <a:lnSpc>
                <a:spcPct val="115000"/>
              </a:lnSpc>
              <a:spcBef>
                <a:spcPts val="1600"/>
              </a:spcBef>
              <a:spcAft>
                <a:spcPts val="1600"/>
              </a:spcAft>
              <a:buClr>
                <a:schemeClr val="dk1"/>
              </a:buClr>
              <a:buSzPts val="1400"/>
              <a:buFont typeface="Mulish"/>
              <a:buChar char="■"/>
              <a:defRPr>
                <a:solidFill>
                  <a:schemeClr val="dk1"/>
                </a:solidFill>
                <a:latin typeface="Mulish"/>
                <a:ea typeface="Mulish"/>
                <a:cs typeface="Mulish"/>
                <a:sym typeface="Mulish"/>
              </a:defRPr>
            </a:lvl9pPr>
          </a:lstStyle>
          <a:p>
            <a:endParaRPr/>
          </a:p>
        </p:txBody>
      </p:sp>
      <p:sp>
        <p:nvSpPr>
          <p:cNvPr id="8" name="Google Shape;8;p1"/>
          <p:cNvSpPr txBox="1">
            <a:spLocks noGrp="1"/>
          </p:cNvSpPr>
          <p:nvPr>
            <p:ph type="sldNum" idx="12"/>
          </p:nvPr>
        </p:nvSpPr>
        <p:spPr>
          <a:xfrm>
            <a:off x="8556784" y="4749851"/>
            <a:ext cx="548700" cy="393600"/>
          </a:xfrm>
          <a:prstGeom prst="rect">
            <a:avLst/>
          </a:prstGeom>
          <a:noFill/>
          <a:ln>
            <a:noFill/>
          </a:ln>
        </p:spPr>
        <p:txBody>
          <a:bodyPr spcFirstLastPara="1" wrap="square" lIns="91425" tIns="91425" rIns="91425" bIns="91425" anchor="t" anchorCtr="0">
            <a:noAutofit/>
          </a:bodyPr>
          <a:lstStyle>
            <a:lvl1pPr lvl="0" algn="r">
              <a:buNone/>
              <a:defRPr sz="1300">
                <a:solidFill>
                  <a:schemeClr val="dk1"/>
                </a:solidFill>
                <a:latin typeface="Mulish"/>
                <a:ea typeface="Mulish"/>
                <a:cs typeface="Mulish"/>
                <a:sym typeface="Mulish"/>
              </a:defRPr>
            </a:lvl1pPr>
            <a:lvl2pPr lvl="1" algn="r">
              <a:buNone/>
              <a:defRPr sz="1300">
                <a:solidFill>
                  <a:schemeClr val="dk1"/>
                </a:solidFill>
                <a:latin typeface="Mulish"/>
                <a:ea typeface="Mulish"/>
                <a:cs typeface="Mulish"/>
                <a:sym typeface="Mulish"/>
              </a:defRPr>
            </a:lvl2pPr>
            <a:lvl3pPr lvl="2" algn="r">
              <a:buNone/>
              <a:defRPr sz="1300">
                <a:solidFill>
                  <a:schemeClr val="dk1"/>
                </a:solidFill>
                <a:latin typeface="Mulish"/>
                <a:ea typeface="Mulish"/>
                <a:cs typeface="Mulish"/>
                <a:sym typeface="Mulish"/>
              </a:defRPr>
            </a:lvl3pPr>
            <a:lvl4pPr lvl="3" algn="r">
              <a:buNone/>
              <a:defRPr sz="1300">
                <a:solidFill>
                  <a:schemeClr val="dk1"/>
                </a:solidFill>
                <a:latin typeface="Mulish"/>
                <a:ea typeface="Mulish"/>
                <a:cs typeface="Mulish"/>
                <a:sym typeface="Mulish"/>
              </a:defRPr>
            </a:lvl4pPr>
            <a:lvl5pPr lvl="4" algn="r">
              <a:buNone/>
              <a:defRPr sz="1300">
                <a:solidFill>
                  <a:schemeClr val="dk1"/>
                </a:solidFill>
                <a:latin typeface="Mulish"/>
                <a:ea typeface="Mulish"/>
                <a:cs typeface="Mulish"/>
                <a:sym typeface="Mulish"/>
              </a:defRPr>
            </a:lvl5pPr>
            <a:lvl6pPr lvl="5" algn="r">
              <a:buNone/>
              <a:defRPr sz="1300">
                <a:solidFill>
                  <a:schemeClr val="dk1"/>
                </a:solidFill>
                <a:latin typeface="Mulish"/>
                <a:ea typeface="Mulish"/>
                <a:cs typeface="Mulish"/>
                <a:sym typeface="Mulish"/>
              </a:defRPr>
            </a:lvl6pPr>
            <a:lvl7pPr lvl="6" algn="r">
              <a:buNone/>
              <a:defRPr sz="1300">
                <a:solidFill>
                  <a:schemeClr val="dk1"/>
                </a:solidFill>
                <a:latin typeface="Mulish"/>
                <a:ea typeface="Mulish"/>
                <a:cs typeface="Mulish"/>
                <a:sym typeface="Mulish"/>
              </a:defRPr>
            </a:lvl7pPr>
            <a:lvl8pPr lvl="7" algn="r">
              <a:buNone/>
              <a:defRPr sz="1300">
                <a:solidFill>
                  <a:schemeClr val="dk1"/>
                </a:solidFill>
                <a:latin typeface="Mulish"/>
                <a:ea typeface="Mulish"/>
                <a:cs typeface="Mulish"/>
                <a:sym typeface="Mulish"/>
              </a:defRPr>
            </a:lvl8pPr>
            <a:lvl9pPr lvl="8" algn="r">
              <a:buNone/>
              <a:defRPr sz="1300">
                <a:solidFill>
                  <a:schemeClr val="dk1"/>
                </a:solidFill>
                <a:latin typeface="Mulish"/>
                <a:ea typeface="Mulish"/>
                <a:cs typeface="Mulish"/>
                <a:sym typeface="Mulish"/>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9" r:id="rId2"/>
    <p:sldLayoutId id="2147483664" r:id="rId3"/>
    <p:sldLayoutId id="2147483670" r:id="rId4"/>
    <p:sldLayoutId id="2147483671" r:id="rId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pic>
        <p:nvPicPr>
          <p:cNvPr id="8" name="Picture 7">
            <a:extLst>
              <a:ext uri="{FF2B5EF4-FFF2-40B4-BE49-F238E27FC236}">
                <a16:creationId xmlns:a16="http://schemas.microsoft.com/office/drawing/2014/main" id="{E04872C2-2667-696E-E601-910E11ADCB2E}"/>
              </a:ext>
            </a:extLst>
          </p:cNvPr>
          <p:cNvPicPr>
            <a:picLocks noChangeAspect="1"/>
          </p:cNvPicPr>
          <p:nvPr/>
        </p:nvPicPr>
        <p:blipFill>
          <a:blip r:embed="rId3"/>
          <a:stretch>
            <a:fillRect/>
          </a:stretch>
        </p:blipFill>
        <p:spPr>
          <a:xfrm>
            <a:off x="182948" y="686349"/>
            <a:ext cx="1301933" cy="1260734"/>
          </a:xfrm>
          <a:prstGeom prst="rect">
            <a:avLst/>
          </a:prstGeom>
        </p:spPr>
      </p:pic>
      <p:sp>
        <p:nvSpPr>
          <p:cNvPr id="9" name="TextBox 8">
            <a:extLst>
              <a:ext uri="{FF2B5EF4-FFF2-40B4-BE49-F238E27FC236}">
                <a16:creationId xmlns:a16="http://schemas.microsoft.com/office/drawing/2014/main" id="{0E2F0DC2-52A5-5B7A-BD24-D4A3969022CC}"/>
              </a:ext>
            </a:extLst>
          </p:cNvPr>
          <p:cNvSpPr txBox="1"/>
          <p:nvPr/>
        </p:nvSpPr>
        <p:spPr>
          <a:xfrm>
            <a:off x="2217651" y="2306747"/>
            <a:ext cx="4408653" cy="1815882"/>
          </a:xfrm>
          <a:prstGeom prst="rect">
            <a:avLst/>
          </a:prstGeom>
          <a:noFill/>
        </p:spPr>
        <p:txBody>
          <a:bodyPr wrap="square">
            <a:spAutoFit/>
          </a:bodyPr>
          <a:lstStyle/>
          <a:p>
            <a:pPr algn="ctr"/>
            <a:r>
              <a:rPr lang="en-US" b="1" dirty="0">
                <a:latin typeface="Times New Roman" panose="02020603050405020304" pitchFamily="18" charset="0"/>
                <a:cs typeface="Times New Roman" panose="02020603050405020304" pitchFamily="18" charset="0"/>
              </a:rPr>
              <a:t>DEPARTMENT OF </a:t>
            </a:r>
          </a:p>
          <a:p>
            <a:pPr algn="ctr"/>
            <a:r>
              <a:rPr lang="en-US" b="1" dirty="0">
                <a:latin typeface="Times New Roman" panose="02020603050405020304" pitchFamily="18" charset="0"/>
                <a:cs typeface="Times New Roman" panose="02020603050405020304" pitchFamily="18" charset="0"/>
              </a:rPr>
              <a:t>COMPUTER SCIENCE AND ENGINEERING</a:t>
            </a:r>
          </a:p>
          <a:p>
            <a:pPr algn="ctr"/>
            <a:r>
              <a:rPr lang="en-US" dirty="0">
                <a:latin typeface="Times New Roman" panose="02020603050405020304" pitchFamily="18" charset="0"/>
                <a:cs typeface="Times New Roman" panose="02020603050405020304" pitchFamily="18" charset="0"/>
              </a:rPr>
              <a:t>(Approved by AICTE, Permanently Affiliated to JNTUGV, Vizianagaram,</a:t>
            </a:r>
          </a:p>
          <a:p>
            <a:pPr algn="ctr"/>
            <a:r>
              <a:rPr lang="en-US" dirty="0">
                <a:latin typeface="Times New Roman" panose="02020603050405020304" pitchFamily="18" charset="0"/>
                <a:cs typeface="Times New Roman" panose="02020603050405020304" pitchFamily="18" charset="0"/>
              </a:rPr>
              <a:t> Accredited by NBA &amp; NAAC with A+)</a:t>
            </a:r>
          </a:p>
          <a:p>
            <a:pPr algn="ctr"/>
            <a:r>
              <a:rPr lang="en-US" b="1" dirty="0">
                <a:latin typeface="Times New Roman" panose="02020603050405020304" pitchFamily="18" charset="0"/>
                <a:cs typeface="Times New Roman" panose="02020603050405020304" pitchFamily="18" charset="0"/>
              </a:rPr>
              <a:t>(AUTONOMOUS)</a:t>
            </a:r>
            <a:endParaRPr lang="en-US" dirty="0">
              <a:latin typeface="Times New Roman" panose="02020603050405020304" pitchFamily="18" charset="0"/>
              <a:cs typeface="Times New Roman" panose="02020603050405020304" pitchFamily="18" charset="0"/>
            </a:endParaRPr>
          </a:p>
          <a:p>
            <a:pPr algn="ctr"/>
            <a:r>
              <a:rPr lang="en-US" dirty="0">
                <a:latin typeface="Times New Roman" panose="02020603050405020304" pitchFamily="18" charset="0"/>
                <a:cs typeface="Times New Roman" panose="02020603050405020304" pitchFamily="18" charset="0"/>
              </a:rPr>
              <a:t>K.KOTTURU, TEKKALI - 532201</a:t>
            </a:r>
          </a:p>
          <a:p>
            <a:endParaRPr lang="en-IN" dirty="0">
              <a:latin typeface="Times New Roman" panose="02020603050405020304" pitchFamily="18" charset="0"/>
              <a:cs typeface="Times New Roman" panose="02020603050405020304" pitchFamily="18" charset="0"/>
            </a:endParaRPr>
          </a:p>
        </p:txBody>
      </p:sp>
      <p:sp>
        <p:nvSpPr>
          <p:cNvPr id="18" name="Google Shape;295;p30">
            <a:extLst>
              <a:ext uri="{FF2B5EF4-FFF2-40B4-BE49-F238E27FC236}">
                <a16:creationId xmlns:a16="http://schemas.microsoft.com/office/drawing/2014/main" id="{8A09E415-1010-4B89-6346-802CC2FD506C}"/>
              </a:ext>
            </a:extLst>
          </p:cNvPr>
          <p:cNvSpPr txBox="1">
            <a:spLocks/>
          </p:cNvSpPr>
          <p:nvPr/>
        </p:nvSpPr>
        <p:spPr>
          <a:xfrm>
            <a:off x="1202113" y="1093408"/>
            <a:ext cx="8093006" cy="44661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Quicksand"/>
              <a:buNone/>
              <a:defRPr sz="3000" b="1" i="0" u="none" strike="noStrike" cap="none">
                <a:solidFill>
                  <a:schemeClr val="dk1"/>
                </a:solidFill>
                <a:latin typeface="Quicksand"/>
                <a:ea typeface="Quicksand"/>
                <a:cs typeface="Quicksand"/>
                <a:sym typeface="Quicksand"/>
              </a:defRPr>
            </a:lvl1pPr>
            <a:lvl2pPr marR="0" lvl="1" algn="l" rtl="0">
              <a:lnSpc>
                <a:spcPct val="100000"/>
              </a:lnSpc>
              <a:spcBef>
                <a:spcPts val="0"/>
              </a:spcBef>
              <a:spcAft>
                <a:spcPts val="0"/>
              </a:spcAft>
              <a:buClr>
                <a:schemeClr val="dk1"/>
              </a:buClr>
              <a:buSzPts val="3000"/>
              <a:buFont typeface="Quicksand"/>
              <a:buNone/>
              <a:defRPr sz="3000" b="1" i="0" u="none" strike="noStrike" cap="none">
                <a:solidFill>
                  <a:schemeClr val="dk1"/>
                </a:solidFill>
                <a:latin typeface="Quicksand"/>
                <a:ea typeface="Quicksand"/>
                <a:cs typeface="Quicksand"/>
                <a:sym typeface="Quicksand"/>
              </a:defRPr>
            </a:lvl2pPr>
            <a:lvl3pPr marR="0" lvl="2" algn="l" rtl="0">
              <a:lnSpc>
                <a:spcPct val="100000"/>
              </a:lnSpc>
              <a:spcBef>
                <a:spcPts val="0"/>
              </a:spcBef>
              <a:spcAft>
                <a:spcPts val="0"/>
              </a:spcAft>
              <a:buClr>
                <a:schemeClr val="dk1"/>
              </a:buClr>
              <a:buSzPts val="3000"/>
              <a:buFont typeface="Quicksand"/>
              <a:buNone/>
              <a:defRPr sz="3000" b="1" i="0" u="none" strike="noStrike" cap="none">
                <a:solidFill>
                  <a:schemeClr val="dk1"/>
                </a:solidFill>
                <a:latin typeface="Quicksand"/>
                <a:ea typeface="Quicksand"/>
                <a:cs typeface="Quicksand"/>
                <a:sym typeface="Quicksand"/>
              </a:defRPr>
            </a:lvl3pPr>
            <a:lvl4pPr marR="0" lvl="3" algn="l" rtl="0">
              <a:lnSpc>
                <a:spcPct val="100000"/>
              </a:lnSpc>
              <a:spcBef>
                <a:spcPts val="0"/>
              </a:spcBef>
              <a:spcAft>
                <a:spcPts val="0"/>
              </a:spcAft>
              <a:buClr>
                <a:schemeClr val="dk1"/>
              </a:buClr>
              <a:buSzPts val="3000"/>
              <a:buFont typeface="Quicksand"/>
              <a:buNone/>
              <a:defRPr sz="3000" b="1" i="0" u="none" strike="noStrike" cap="none">
                <a:solidFill>
                  <a:schemeClr val="dk1"/>
                </a:solidFill>
                <a:latin typeface="Quicksand"/>
                <a:ea typeface="Quicksand"/>
                <a:cs typeface="Quicksand"/>
                <a:sym typeface="Quicksand"/>
              </a:defRPr>
            </a:lvl4pPr>
            <a:lvl5pPr marR="0" lvl="4" algn="l" rtl="0">
              <a:lnSpc>
                <a:spcPct val="100000"/>
              </a:lnSpc>
              <a:spcBef>
                <a:spcPts val="0"/>
              </a:spcBef>
              <a:spcAft>
                <a:spcPts val="0"/>
              </a:spcAft>
              <a:buClr>
                <a:schemeClr val="dk1"/>
              </a:buClr>
              <a:buSzPts val="3000"/>
              <a:buFont typeface="Quicksand"/>
              <a:buNone/>
              <a:defRPr sz="3000" b="1" i="0" u="none" strike="noStrike" cap="none">
                <a:solidFill>
                  <a:schemeClr val="dk1"/>
                </a:solidFill>
                <a:latin typeface="Quicksand"/>
                <a:ea typeface="Quicksand"/>
                <a:cs typeface="Quicksand"/>
                <a:sym typeface="Quicksand"/>
              </a:defRPr>
            </a:lvl5pPr>
            <a:lvl6pPr marR="0" lvl="5" algn="l" rtl="0">
              <a:lnSpc>
                <a:spcPct val="100000"/>
              </a:lnSpc>
              <a:spcBef>
                <a:spcPts val="0"/>
              </a:spcBef>
              <a:spcAft>
                <a:spcPts val="0"/>
              </a:spcAft>
              <a:buClr>
                <a:schemeClr val="dk1"/>
              </a:buClr>
              <a:buSzPts val="3000"/>
              <a:buFont typeface="Quicksand"/>
              <a:buNone/>
              <a:defRPr sz="3000" b="1" i="0" u="none" strike="noStrike" cap="none">
                <a:solidFill>
                  <a:schemeClr val="dk1"/>
                </a:solidFill>
                <a:latin typeface="Quicksand"/>
                <a:ea typeface="Quicksand"/>
                <a:cs typeface="Quicksand"/>
                <a:sym typeface="Quicksand"/>
              </a:defRPr>
            </a:lvl6pPr>
            <a:lvl7pPr marR="0" lvl="6" algn="l" rtl="0">
              <a:lnSpc>
                <a:spcPct val="100000"/>
              </a:lnSpc>
              <a:spcBef>
                <a:spcPts val="0"/>
              </a:spcBef>
              <a:spcAft>
                <a:spcPts val="0"/>
              </a:spcAft>
              <a:buClr>
                <a:schemeClr val="dk1"/>
              </a:buClr>
              <a:buSzPts val="3000"/>
              <a:buFont typeface="Quicksand"/>
              <a:buNone/>
              <a:defRPr sz="3000" b="1" i="0" u="none" strike="noStrike" cap="none">
                <a:solidFill>
                  <a:schemeClr val="dk1"/>
                </a:solidFill>
                <a:latin typeface="Quicksand"/>
                <a:ea typeface="Quicksand"/>
                <a:cs typeface="Quicksand"/>
                <a:sym typeface="Quicksand"/>
              </a:defRPr>
            </a:lvl7pPr>
            <a:lvl8pPr marR="0" lvl="7" algn="l" rtl="0">
              <a:lnSpc>
                <a:spcPct val="100000"/>
              </a:lnSpc>
              <a:spcBef>
                <a:spcPts val="0"/>
              </a:spcBef>
              <a:spcAft>
                <a:spcPts val="0"/>
              </a:spcAft>
              <a:buClr>
                <a:schemeClr val="dk1"/>
              </a:buClr>
              <a:buSzPts val="3000"/>
              <a:buFont typeface="Quicksand"/>
              <a:buNone/>
              <a:defRPr sz="3000" b="1" i="0" u="none" strike="noStrike" cap="none">
                <a:solidFill>
                  <a:schemeClr val="dk1"/>
                </a:solidFill>
                <a:latin typeface="Quicksand"/>
                <a:ea typeface="Quicksand"/>
                <a:cs typeface="Quicksand"/>
                <a:sym typeface="Quicksand"/>
              </a:defRPr>
            </a:lvl8pPr>
            <a:lvl9pPr marR="0" lvl="8" algn="l" rtl="0">
              <a:lnSpc>
                <a:spcPct val="100000"/>
              </a:lnSpc>
              <a:spcBef>
                <a:spcPts val="0"/>
              </a:spcBef>
              <a:spcAft>
                <a:spcPts val="0"/>
              </a:spcAft>
              <a:buClr>
                <a:schemeClr val="dk1"/>
              </a:buClr>
              <a:buSzPts val="3000"/>
              <a:buFont typeface="Quicksand"/>
              <a:buNone/>
              <a:defRPr sz="3000" b="1" i="0" u="none" strike="noStrike" cap="none">
                <a:solidFill>
                  <a:schemeClr val="dk1"/>
                </a:solidFill>
                <a:latin typeface="Quicksand"/>
                <a:ea typeface="Quicksand"/>
                <a:cs typeface="Quicksand"/>
                <a:sym typeface="Quicksand"/>
              </a:defRPr>
            </a:lvl9pPr>
          </a:lstStyle>
          <a:p>
            <a:pPr algn="ctr"/>
            <a:r>
              <a:rPr lang="en-US" sz="2000" dirty="0">
                <a:solidFill>
                  <a:srgbClr val="000000"/>
                </a:solidFill>
                <a:latin typeface="Times New Roman" panose="02020603050405020304" pitchFamily="18" charset="0"/>
                <a:cs typeface="Times New Roman" panose="02020603050405020304" pitchFamily="18" charset="0"/>
              </a:rPr>
              <a:t>ADITYA INSTITUTE OF TECHNOLOGY AND MANAGEMENT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5B9E191-3479-7914-5AF2-CDEF3FF99046}"/>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solidFill>
                  <a:srgbClr val="000000"/>
                </a:solidFill>
              </a:rPr>
              <a:t>2</a:t>
            </a:fld>
            <a:endParaRPr lang="en">
              <a:solidFill>
                <a:srgbClr val="000000"/>
              </a:solidFill>
            </a:endParaRPr>
          </a:p>
        </p:txBody>
      </p:sp>
      <p:sp>
        <p:nvSpPr>
          <p:cNvPr id="5" name="Google Shape;295;p30">
            <a:extLst>
              <a:ext uri="{FF2B5EF4-FFF2-40B4-BE49-F238E27FC236}">
                <a16:creationId xmlns:a16="http://schemas.microsoft.com/office/drawing/2014/main" id="{D297FA5D-A29B-1470-3589-99E728EC975A}"/>
              </a:ext>
            </a:extLst>
          </p:cNvPr>
          <p:cNvSpPr txBox="1">
            <a:spLocks/>
          </p:cNvSpPr>
          <p:nvPr/>
        </p:nvSpPr>
        <p:spPr>
          <a:xfrm>
            <a:off x="489778" y="822345"/>
            <a:ext cx="8164444" cy="86704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Quicksand"/>
              <a:buNone/>
              <a:defRPr sz="3000" b="1" i="0" u="none" strike="noStrike" cap="none">
                <a:solidFill>
                  <a:schemeClr val="dk1"/>
                </a:solidFill>
                <a:latin typeface="Quicksand"/>
                <a:ea typeface="Quicksand"/>
                <a:cs typeface="Quicksand"/>
                <a:sym typeface="Quicksand"/>
              </a:defRPr>
            </a:lvl1pPr>
            <a:lvl2pPr marR="0" lvl="1" algn="l" rtl="0">
              <a:lnSpc>
                <a:spcPct val="100000"/>
              </a:lnSpc>
              <a:spcBef>
                <a:spcPts val="0"/>
              </a:spcBef>
              <a:spcAft>
                <a:spcPts val="0"/>
              </a:spcAft>
              <a:buClr>
                <a:schemeClr val="dk1"/>
              </a:buClr>
              <a:buSzPts val="3000"/>
              <a:buFont typeface="Quicksand"/>
              <a:buNone/>
              <a:defRPr sz="3000" b="1" i="0" u="none" strike="noStrike" cap="none">
                <a:solidFill>
                  <a:schemeClr val="dk1"/>
                </a:solidFill>
                <a:latin typeface="Quicksand"/>
                <a:ea typeface="Quicksand"/>
                <a:cs typeface="Quicksand"/>
                <a:sym typeface="Quicksand"/>
              </a:defRPr>
            </a:lvl2pPr>
            <a:lvl3pPr marR="0" lvl="2" algn="l" rtl="0">
              <a:lnSpc>
                <a:spcPct val="100000"/>
              </a:lnSpc>
              <a:spcBef>
                <a:spcPts val="0"/>
              </a:spcBef>
              <a:spcAft>
                <a:spcPts val="0"/>
              </a:spcAft>
              <a:buClr>
                <a:schemeClr val="dk1"/>
              </a:buClr>
              <a:buSzPts val="3000"/>
              <a:buFont typeface="Quicksand"/>
              <a:buNone/>
              <a:defRPr sz="3000" b="1" i="0" u="none" strike="noStrike" cap="none">
                <a:solidFill>
                  <a:schemeClr val="dk1"/>
                </a:solidFill>
                <a:latin typeface="Quicksand"/>
                <a:ea typeface="Quicksand"/>
                <a:cs typeface="Quicksand"/>
                <a:sym typeface="Quicksand"/>
              </a:defRPr>
            </a:lvl3pPr>
            <a:lvl4pPr marR="0" lvl="3" algn="l" rtl="0">
              <a:lnSpc>
                <a:spcPct val="100000"/>
              </a:lnSpc>
              <a:spcBef>
                <a:spcPts val="0"/>
              </a:spcBef>
              <a:spcAft>
                <a:spcPts val="0"/>
              </a:spcAft>
              <a:buClr>
                <a:schemeClr val="dk1"/>
              </a:buClr>
              <a:buSzPts val="3000"/>
              <a:buFont typeface="Quicksand"/>
              <a:buNone/>
              <a:defRPr sz="3000" b="1" i="0" u="none" strike="noStrike" cap="none">
                <a:solidFill>
                  <a:schemeClr val="dk1"/>
                </a:solidFill>
                <a:latin typeface="Quicksand"/>
                <a:ea typeface="Quicksand"/>
                <a:cs typeface="Quicksand"/>
                <a:sym typeface="Quicksand"/>
              </a:defRPr>
            </a:lvl4pPr>
            <a:lvl5pPr marR="0" lvl="4" algn="l" rtl="0">
              <a:lnSpc>
                <a:spcPct val="100000"/>
              </a:lnSpc>
              <a:spcBef>
                <a:spcPts val="0"/>
              </a:spcBef>
              <a:spcAft>
                <a:spcPts val="0"/>
              </a:spcAft>
              <a:buClr>
                <a:schemeClr val="dk1"/>
              </a:buClr>
              <a:buSzPts val="3000"/>
              <a:buFont typeface="Quicksand"/>
              <a:buNone/>
              <a:defRPr sz="3000" b="1" i="0" u="none" strike="noStrike" cap="none">
                <a:solidFill>
                  <a:schemeClr val="dk1"/>
                </a:solidFill>
                <a:latin typeface="Quicksand"/>
                <a:ea typeface="Quicksand"/>
                <a:cs typeface="Quicksand"/>
                <a:sym typeface="Quicksand"/>
              </a:defRPr>
            </a:lvl5pPr>
            <a:lvl6pPr marR="0" lvl="5" algn="l" rtl="0">
              <a:lnSpc>
                <a:spcPct val="100000"/>
              </a:lnSpc>
              <a:spcBef>
                <a:spcPts val="0"/>
              </a:spcBef>
              <a:spcAft>
                <a:spcPts val="0"/>
              </a:spcAft>
              <a:buClr>
                <a:schemeClr val="dk1"/>
              </a:buClr>
              <a:buSzPts val="3000"/>
              <a:buFont typeface="Quicksand"/>
              <a:buNone/>
              <a:defRPr sz="3000" b="1" i="0" u="none" strike="noStrike" cap="none">
                <a:solidFill>
                  <a:schemeClr val="dk1"/>
                </a:solidFill>
                <a:latin typeface="Quicksand"/>
                <a:ea typeface="Quicksand"/>
                <a:cs typeface="Quicksand"/>
                <a:sym typeface="Quicksand"/>
              </a:defRPr>
            </a:lvl6pPr>
            <a:lvl7pPr marR="0" lvl="6" algn="l" rtl="0">
              <a:lnSpc>
                <a:spcPct val="100000"/>
              </a:lnSpc>
              <a:spcBef>
                <a:spcPts val="0"/>
              </a:spcBef>
              <a:spcAft>
                <a:spcPts val="0"/>
              </a:spcAft>
              <a:buClr>
                <a:schemeClr val="dk1"/>
              </a:buClr>
              <a:buSzPts val="3000"/>
              <a:buFont typeface="Quicksand"/>
              <a:buNone/>
              <a:defRPr sz="3000" b="1" i="0" u="none" strike="noStrike" cap="none">
                <a:solidFill>
                  <a:schemeClr val="dk1"/>
                </a:solidFill>
                <a:latin typeface="Quicksand"/>
                <a:ea typeface="Quicksand"/>
                <a:cs typeface="Quicksand"/>
                <a:sym typeface="Quicksand"/>
              </a:defRPr>
            </a:lvl7pPr>
            <a:lvl8pPr marR="0" lvl="7" algn="l" rtl="0">
              <a:lnSpc>
                <a:spcPct val="100000"/>
              </a:lnSpc>
              <a:spcBef>
                <a:spcPts val="0"/>
              </a:spcBef>
              <a:spcAft>
                <a:spcPts val="0"/>
              </a:spcAft>
              <a:buClr>
                <a:schemeClr val="dk1"/>
              </a:buClr>
              <a:buSzPts val="3000"/>
              <a:buFont typeface="Quicksand"/>
              <a:buNone/>
              <a:defRPr sz="3000" b="1" i="0" u="none" strike="noStrike" cap="none">
                <a:solidFill>
                  <a:schemeClr val="dk1"/>
                </a:solidFill>
                <a:latin typeface="Quicksand"/>
                <a:ea typeface="Quicksand"/>
                <a:cs typeface="Quicksand"/>
                <a:sym typeface="Quicksand"/>
              </a:defRPr>
            </a:lvl8pPr>
            <a:lvl9pPr marR="0" lvl="8" algn="l" rtl="0">
              <a:lnSpc>
                <a:spcPct val="100000"/>
              </a:lnSpc>
              <a:spcBef>
                <a:spcPts val="0"/>
              </a:spcBef>
              <a:spcAft>
                <a:spcPts val="0"/>
              </a:spcAft>
              <a:buClr>
                <a:schemeClr val="dk1"/>
              </a:buClr>
              <a:buSzPts val="3000"/>
              <a:buFont typeface="Quicksand"/>
              <a:buNone/>
              <a:defRPr sz="3000" b="1" i="0" u="none" strike="noStrike" cap="none">
                <a:solidFill>
                  <a:schemeClr val="dk1"/>
                </a:solidFill>
                <a:latin typeface="Quicksand"/>
                <a:ea typeface="Quicksand"/>
                <a:cs typeface="Quicksand"/>
                <a:sym typeface="Quicksand"/>
              </a:defRPr>
            </a:lvl9pPr>
          </a:lstStyle>
          <a:p>
            <a:pPr algn="ctr"/>
            <a:r>
              <a:rPr lang="en-US" sz="2400" dirty="0">
                <a:solidFill>
                  <a:srgbClr val="000000"/>
                </a:solidFill>
                <a:latin typeface="Times New Roman" panose="02020603050405020304" pitchFamily="18" charset="0"/>
                <a:cs typeface="Times New Roman" panose="02020603050405020304" pitchFamily="18" charset="0"/>
              </a:rPr>
              <a:t>Smart Farming through Multi Temporal Climate based AI for Agricultural Decision Support</a:t>
            </a:r>
          </a:p>
        </p:txBody>
      </p:sp>
      <p:sp>
        <p:nvSpPr>
          <p:cNvPr id="12" name="TextBox 11">
            <a:extLst>
              <a:ext uri="{FF2B5EF4-FFF2-40B4-BE49-F238E27FC236}">
                <a16:creationId xmlns:a16="http://schemas.microsoft.com/office/drawing/2014/main" id="{DE10B742-F9B1-038F-45AA-98708118699C}"/>
              </a:ext>
            </a:extLst>
          </p:cNvPr>
          <p:cNvSpPr txBox="1"/>
          <p:nvPr/>
        </p:nvSpPr>
        <p:spPr>
          <a:xfrm>
            <a:off x="668825" y="2571750"/>
            <a:ext cx="2767319" cy="830997"/>
          </a:xfrm>
          <a:prstGeom prst="rect">
            <a:avLst/>
          </a:prstGeom>
          <a:noFill/>
        </p:spPr>
        <p:txBody>
          <a:bodyPr wrap="square">
            <a:spAutoFit/>
          </a:bodyPr>
          <a:lstStyle/>
          <a:p>
            <a:r>
              <a:rPr lang="en-US" sz="1600" b="1" dirty="0">
                <a:latin typeface="Times New Roman" panose="02020603050405020304" pitchFamily="18" charset="0"/>
                <a:cs typeface="Times New Roman" panose="02020603050405020304" pitchFamily="18" charset="0"/>
              </a:rPr>
              <a:t>Under the guidance of:</a:t>
            </a:r>
            <a:br>
              <a:rPr lang="en-US" sz="1600" dirty="0">
                <a:latin typeface="Times New Roman" panose="02020603050405020304" pitchFamily="18" charset="0"/>
                <a:cs typeface="Times New Roman" panose="02020603050405020304" pitchFamily="18" charset="0"/>
              </a:rPr>
            </a:br>
            <a:r>
              <a:rPr lang="en-IN" sz="1600" dirty="0">
                <a:latin typeface="Times New Roman" panose="02020603050405020304" pitchFamily="18" charset="0"/>
                <a:cs typeface="Times New Roman" panose="02020603050405020304" pitchFamily="18" charset="0"/>
              </a:rPr>
              <a:t>Dr. Y. Ramesh</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HOD, Dept of CSE     </a:t>
            </a:r>
          </a:p>
        </p:txBody>
      </p:sp>
      <p:sp>
        <p:nvSpPr>
          <p:cNvPr id="3" name="TextBox 2">
            <a:extLst>
              <a:ext uri="{FF2B5EF4-FFF2-40B4-BE49-F238E27FC236}">
                <a16:creationId xmlns:a16="http://schemas.microsoft.com/office/drawing/2014/main" id="{22BA6AF2-11B2-ED53-A3F8-B73DFAECF56E}"/>
              </a:ext>
            </a:extLst>
          </p:cNvPr>
          <p:cNvSpPr txBox="1"/>
          <p:nvPr/>
        </p:nvSpPr>
        <p:spPr>
          <a:xfrm>
            <a:off x="4846350" y="2571750"/>
            <a:ext cx="5528242" cy="1415772"/>
          </a:xfrm>
          <a:prstGeom prst="rect">
            <a:avLst/>
          </a:prstGeom>
          <a:noFill/>
        </p:spPr>
        <p:txBody>
          <a:bodyPr wrap="square" rtlCol="0">
            <a:spAutoFit/>
          </a:bodyPr>
          <a:lstStyle/>
          <a:p>
            <a:r>
              <a:rPr lang="en-US" sz="1600" b="1" dirty="0">
                <a:latin typeface="Times New Roman" panose="02020603050405020304" pitchFamily="18" charset="0"/>
                <a:cs typeface="Times New Roman" panose="02020603050405020304" pitchFamily="18" charset="0"/>
              </a:rPr>
              <a:t>PRESENTED BY:</a:t>
            </a:r>
          </a:p>
          <a:p>
            <a:r>
              <a:rPr lang="en-US" dirty="0">
                <a:latin typeface="Times New Roman" panose="02020603050405020304" pitchFamily="18" charset="0"/>
                <a:cs typeface="Times New Roman" panose="02020603050405020304" pitchFamily="18" charset="0"/>
              </a:rPr>
              <a:t>B.REVATHI KUSUMA		22A51A0572</a:t>
            </a:r>
          </a:p>
          <a:p>
            <a:r>
              <a:rPr lang="en-US" dirty="0">
                <a:latin typeface="Times New Roman" panose="02020603050405020304" pitchFamily="18" charset="0"/>
                <a:cs typeface="Times New Roman" panose="02020603050405020304" pitchFamily="18" charset="0"/>
              </a:rPr>
              <a:t>K.AKHIL LOKESH		22A51A0596</a:t>
            </a:r>
          </a:p>
          <a:p>
            <a:r>
              <a:rPr lang="en-US" dirty="0">
                <a:latin typeface="Times New Roman" panose="02020603050405020304" pitchFamily="18" charset="0"/>
                <a:cs typeface="Times New Roman" panose="02020603050405020304" pitchFamily="18" charset="0"/>
              </a:rPr>
              <a:t>K.TARUN SAI		23A51A0514</a:t>
            </a:r>
          </a:p>
          <a:p>
            <a:r>
              <a:rPr lang="en-US" dirty="0">
                <a:latin typeface="Times New Roman" panose="02020603050405020304" pitchFamily="18" charset="0"/>
                <a:cs typeface="Times New Roman" panose="02020603050405020304" pitchFamily="18" charset="0"/>
              </a:rPr>
              <a:t>V.UDAY CHANDRA NAIDU	22A51A05D0</a:t>
            </a:r>
          </a:p>
          <a:p>
            <a:r>
              <a:rPr lang="en-US" dirty="0">
                <a:latin typeface="Times New Roman" panose="02020603050405020304" pitchFamily="18" charset="0"/>
                <a:cs typeface="Times New Roman" panose="02020603050405020304" pitchFamily="18" charset="0"/>
              </a:rPr>
              <a:t>K.CHAITHRA JYOTSHNA	22A51A0594</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044039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p31"/>
          <p:cNvSpPr txBox="1">
            <a:spLocks noGrp="1"/>
          </p:cNvSpPr>
          <p:nvPr>
            <p:ph type="title"/>
          </p:nvPr>
        </p:nvSpPr>
        <p:spPr>
          <a:xfrm>
            <a:off x="720000" y="402808"/>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solidFill>
                  <a:srgbClr val="000000"/>
                </a:solidFill>
                <a:latin typeface="Times New Roman" panose="02020603050405020304" pitchFamily="18" charset="0"/>
                <a:cs typeface="Times New Roman" panose="02020603050405020304" pitchFamily="18" charset="0"/>
              </a:rPr>
              <a:t>Table of contents</a:t>
            </a:r>
            <a:endParaRPr dirty="0">
              <a:solidFill>
                <a:srgbClr val="000000"/>
              </a:solidFill>
              <a:latin typeface="Times New Roman" panose="02020603050405020304" pitchFamily="18" charset="0"/>
              <a:cs typeface="Times New Roman" panose="02020603050405020304" pitchFamily="18" charset="0"/>
            </a:endParaRPr>
          </a:p>
        </p:txBody>
      </p:sp>
      <p:sp>
        <p:nvSpPr>
          <p:cNvPr id="324" name="Google Shape;324;p31"/>
          <p:cNvSpPr txBox="1">
            <a:spLocks noGrp="1"/>
          </p:cNvSpPr>
          <p:nvPr>
            <p:ph type="sldNum" idx="12"/>
          </p:nvPr>
        </p:nvSpPr>
        <p:spPr>
          <a:xfrm>
            <a:off x="4297650" y="4602875"/>
            <a:ext cx="548700" cy="333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solidFill>
                  <a:srgbClr val="000000"/>
                </a:solidFill>
              </a:rPr>
              <a:t>3</a:t>
            </a:fld>
            <a:endParaRPr>
              <a:solidFill>
                <a:srgbClr val="000000"/>
              </a:solidFill>
            </a:endParaRPr>
          </a:p>
        </p:txBody>
      </p:sp>
      <p:sp>
        <p:nvSpPr>
          <p:cNvPr id="30" name="TextBox 29">
            <a:extLst>
              <a:ext uri="{FF2B5EF4-FFF2-40B4-BE49-F238E27FC236}">
                <a16:creationId xmlns:a16="http://schemas.microsoft.com/office/drawing/2014/main" id="{A353A2E7-3D25-52DA-6121-4FF655A0C2E5}"/>
              </a:ext>
            </a:extLst>
          </p:cNvPr>
          <p:cNvSpPr txBox="1"/>
          <p:nvPr/>
        </p:nvSpPr>
        <p:spPr>
          <a:xfrm>
            <a:off x="1091491" y="1039743"/>
            <a:ext cx="4211409" cy="4247317"/>
          </a:xfrm>
          <a:prstGeom prst="rect">
            <a:avLst/>
          </a:prstGeom>
          <a:noFill/>
        </p:spPr>
        <p:txBody>
          <a:bodyPr wrap="none" rtlCol="0">
            <a:spAutoFit/>
          </a:bodyPr>
          <a:lstStyle/>
          <a:p>
            <a:pPr marL="285750" indent="-285750">
              <a:buFont typeface="Wingdings" panose="05000000000000000000" pitchFamily="2" charset="2"/>
              <a:buChar char="ü"/>
            </a:pPr>
            <a:r>
              <a:rPr lang="en-US" sz="1800" dirty="0">
                <a:latin typeface="Times New Roman" panose="02020603050405020304" pitchFamily="18" charset="0"/>
                <a:cs typeface="Times New Roman" panose="02020603050405020304" pitchFamily="18" charset="0"/>
              </a:rPr>
              <a:t>Abstract</a:t>
            </a:r>
          </a:p>
          <a:p>
            <a:pPr marL="285750" indent="-285750">
              <a:buFont typeface="Wingdings" panose="05000000000000000000" pitchFamily="2" charset="2"/>
              <a:buChar char="ü"/>
            </a:pPr>
            <a:r>
              <a:rPr lang="en-US" sz="1800" dirty="0">
                <a:latin typeface="Times New Roman" panose="02020603050405020304" pitchFamily="18" charset="0"/>
                <a:cs typeface="Times New Roman" panose="02020603050405020304" pitchFamily="18" charset="0"/>
              </a:rPr>
              <a:t>Introduction</a:t>
            </a:r>
          </a:p>
          <a:p>
            <a:pPr marL="285750" indent="-285750">
              <a:buFont typeface="Wingdings" panose="05000000000000000000" pitchFamily="2" charset="2"/>
              <a:buChar char="ü"/>
            </a:pPr>
            <a:r>
              <a:rPr lang="en-US" sz="1800" dirty="0">
                <a:latin typeface="Times New Roman" panose="02020603050405020304" pitchFamily="18" charset="0"/>
                <a:cs typeface="Times New Roman" panose="02020603050405020304" pitchFamily="18" charset="0"/>
              </a:rPr>
              <a:t>Problem statement</a:t>
            </a:r>
          </a:p>
          <a:p>
            <a:pPr marL="285750" indent="-285750">
              <a:buFont typeface="Wingdings" panose="05000000000000000000" pitchFamily="2" charset="2"/>
              <a:buChar char="ü"/>
            </a:pPr>
            <a:r>
              <a:rPr lang="en-US" sz="1800" dirty="0">
                <a:latin typeface="Times New Roman" panose="02020603050405020304" pitchFamily="18" charset="0"/>
                <a:cs typeface="Times New Roman" panose="02020603050405020304" pitchFamily="18" charset="0"/>
              </a:rPr>
              <a:t>Objective</a:t>
            </a:r>
          </a:p>
          <a:p>
            <a:pPr marL="285750" indent="-285750">
              <a:buFont typeface="Wingdings" panose="05000000000000000000" pitchFamily="2" charset="2"/>
              <a:buChar char="ü"/>
            </a:pPr>
            <a:r>
              <a:rPr lang="en-US" sz="1800" dirty="0">
                <a:latin typeface="Times New Roman" panose="02020603050405020304" pitchFamily="18" charset="0"/>
                <a:cs typeface="Times New Roman" panose="02020603050405020304" pitchFamily="18" charset="0"/>
              </a:rPr>
              <a:t>Literature survey</a:t>
            </a:r>
          </a:p>
          <a:p>
            <a:pPr marL="285750" indent="-285750">
              <a:buFont typeface="Wingdings" panose="05000000000000000000" pitchFamily="2" charset="2"/>
              <a:buChar char="ü"/>
            </a:pPr>
            <a:r>
              <a:rPr lang="en-IN" sz="1800" dirty="0">
                <a:latin typeface="Times New Roman" panose="02020603050405020304" pitchFamily="18" charset="0"/>
                <a:cs typeface="Times New Roman" panose="02020603050405020304" pitchFamily="18" charset="0"/>
              </a:rPr>
              <a:t>Identified Research Gaps</a:t>
            </a:r>
          </a:p>
          <a:p>
            <a:pPr marL="285750" indent="-285750">
              <a:buFont typeface="Wingdings" panose="05000000000000000000" pitchFamily="2" charset="2"/>
              <a:buChar char="ü"/>
            </a:pPr>
            <a:r>
              <a:rPr lang="en-US" sz="1800" dirty="0">
                <a:latin typeface="Times New Roman" panose="02020603050405020304" pitchFamily="18" charset="0"/>
                <a:cs typeface="Times New Roman" panose="02020603050405020304" pitchFamily="18" charset="0"/>
              </a:rPr>
              <a:t>Proposed Solution to Address the Gaps</a:t>
            </a:r>
            <a:endParaRPr lang="en-US" sz="1800" dirty="0"/>
          </a:p>
          <a:p>
            <a:pPr marL="285750" indent="-285750">
              <a:buFont typeface="Wingdings" panose="05000000000000000000" pitchFamily="2" charset="2"/>
              <a:buChar char="ü"/>
            </a:pPr>
            <a:r>
              <a:rPr lang="en-US" sz="1800" dirty="0">
                <a:latin typeface="Times New Roman" panose="02020603050405020304" pitchFamily="18" charset="0"/>
                <a:cs typeface="Times New Roman" panose="02020603050405020304" pitchFamily="18" charset="0"/>
              </a:rPr>
              <a:t>Methodology</a:t>
            </a:r>
          </a:p>
          <a:p>
            <a:pPr marL="285750" indent="-285750">
              <a:buFont typeface="Wingdings" panose="05000000000000000000" pitchFamily="2" charset="2"/>
              <a:buChar char="ü"/>
            </a:pPr>
            <a:r>
              <a:rPr lang="en-US" sz="1800" dirty="0">
                <a:latin typeface="Times New Roman" panose="02020603050405020304" pitchFamily="18" charset="0"/>
                <a:cs typeface="Times New Roman" panose="02020603050405020304" pitchFamily="18" charset="0"/>
              </a:rPr>
              <a:t>Dataset Overview</a:t>
            </a:r>
          </a:p>
          <a:p>
            <a:pPr marL="285750" indent="-285750">
              <a:buFont typeface="Wingdings" panose="05000000000000000000" pitchFamily="2" charset="2"/>
              <a:buChar char="ü"/>
            </a:pPr>
            <a:r>
              <a:rPr lang="en-US" sz="1800" dirty="0">
                <a:latin typeface="Times New Roman" panose="02020603050405020304" pitchFamily="18" charset="0"/>
                <a:cs typeface="Times New Roman" panose="02020603050405020304" pitchFamily="18" charset="0"/>
              </a:rPr>
              <a:t>Models Used</a:t>
            </a:r>
          </a:p>
          <a:p>
            <a:pPr marL="285750" indent="-285750">
              <a:buFont typeface="Wingdings" panose="05000000000000000000" pitchFamily="2" charset="2"/>
              <a:buChar char="ü"/>
            </a:pPr>
            <a:r>
              <a:rPr lang="en-US" sz="1800" dirty="0">
                <a:latin typeface="Times New Roman" panose="02020603050405020304" pitchFamily="18" charset="0"/>
                <a:cs typeface="Times New Roman" panose="02020603050405020304" pitchFamily="18" charset="0"/>
              </a:rPr>
              <a:t>Results</a:t>
            </a:r>
          </a:p>
          <a:p>
            <a:pPr marL="285750" indent="-285750">
              <a:buFont typeface="Wingdings" panose="05000000000000000000" pitchFamily="2" charset="2"/>
              <a:buChar char="ü"/>
            </a:pPr>
            <a:endParaRPr lang="en-IN" sz="18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ü"/>
            </a:pPr>
            <a:endParaRPr lang="en-US" sz="18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ü"/>
            </a:pPr>
            <a:endParaRPr lang="en-IN" sz="18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ü"/>
            </a:pPr>
            <a:endParaRPr lang="en-IN"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1" name="Google Shape;341;p33"/>
          <p:cNvSpPr txBox="1">
            <a:spLocks noGrp="1"/>
          </p:cNvSpPr>
          <p:nvPr>
            <p:ph type="title"/>
          </p:nvPr>
        </p:nvSpPr>
        <p:spPr>
          <a:xfrm>
            <a:off x="281343" y="207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rgbClr val="000000"/>
                </a:solidFill>
                <a:latin typeface="Times New Roman" panose="02020603050405020304" pitchFamily="18" charset="0"/>
                <a:cs typeface="Times New Roman" panose="02020603050405020304" pitchFamily="18" charset="0"/>
              </a:rPr>
              <a:t>			      Abstract</a:t>
            </a:r>
            <a:endParaRPr dirty="0">
              <a:solidFill>
                <a:srgbClr val="000000"/>
              </a:solidFill>
              <a:latin typeface="Times New Roman" panose="02020603050405020304" pitchFamily="18" charset="0"/>
              <a:cs typeface="Times New Roman" panose="02020603050405020304" pitchFamily="18" charset="0"/>
            </a:endParaRPr>
          </a:p>
        </p:txBody>
      </p:sp>
      <p:sp>
        <p:nvSpPr>
          <p:cNvPr id="343" name="Google Shape;343;p33"/>
          <p:cNvSpPr txBox="1">
            <a:spLocks noGrp="1"/>
          </p:cNvSpPr>
          <p:nvPr>
            <p:ph type="subTitle" idx="2"/>
          </p:nvPr>
        </p:nvSpPr>
        <p:spPr>
          <a:xfrm flipV="1">
            <a:off x="909000" y="6661831"/>
            <a:ext cx="7728852" cy="45719"/>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endParaRPr lang="en-US" sz="1200" dirty="0"/>
          </a:p>
          <a:p>
            <a:pPr marL="0" lvl="0" indent="0" algn="just" rtl="0">
              <a:spcBef>
                <a:spcPts val="0"/>
              </a:spcBef>
              <a:spcAft>
                <a:spcPts val="0"/>
              </a:spcAft>
              <a:buNone/>
            </a:pPr>
            <a:r>
              <a:rPr lang="en-US" sz="1200" b="1" dirty="0"/>
              <a:t>Keywords: </a:t>
            </a:r>
            <a:r>
              <a:rPr lang="en-US" sz="1200" dirty="0"/>
              <a:t>weed detection, smart farming, deep learning, image processing , Segmentation, Classification</a:t>
            </a:r>
          </a:p>
        </p:txBody>
      </p:sp>
      <p:sp>
        <p:nvSpPr>
          <p:cNvPr id="348" name="Google Shape;348;p33"/>
          <p:cNvSpPr txBox="1">
            <a:spLocks noGrp="1"/>
          </p:cNvSpPr>
          <p:nvPr>
            <p:ph type="sldNum" idx="12"/>
          </p:nvPr>
        </p:nvSpPr>
        <p:spPr>
          <a:xfrm>
            <a:off x="4297650" y="4602875"/>
            <a:ext cx="548700" cy="333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t>4</a:t>
            </a:fld>
            <a:endParaRPr/>
          </a:p>
        </p:txBody>
      </p:sp>
      <p:sp>
        <p:nvSpPr>
          <p:cNvPr id="3" name="Rectangle 2">
            <a:extLst>
              <a:ext uri="{FF2B5EF4-FFF2-40B4-BE49-F238E27FC236}">
                <a16:creationId xmlns:a16="http://schemas.microsoft.com/office/drawing/2014/main" id="{4350DCA1-6B80-611E-9D9B-C61B7FC6C9A3}"/>
              </a:ext>
            </a:extLst>
          </p:cNvPr>
          <p:cNvSpPr>
            <a:spLocks noChangeArrowheads="1"/>
          </p:cNvSpPr>
          <p:nvPr/>
        </p:nvSpPr>
        <p:spPr bwMode="auto">
          <a:xfrm>
            <a:off x="281343" y="675365"/>
            <a:ext cx="8598649" cy="40318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eaLnBrk="0" fontAlgn="base" hangingPunct="0">
              <a:spcBef>
                <a:spcPct val="0"/>
              </a:spcBef>
              <a:spcAft>
                <a:spcPct val="0"/>
              </a:spcAft>
              <a:buClrTx/>
            </a:pPr>
            <a:r>
              <a:rPr lang="en-US" sz="1600" dirty="0">
                <a:latin typeface="Times New Roman" panose="02020603050405020304" pitchFamily="18" charset="0"/>
                <a:cs typeface="Times New Roman" panose="02020603050405020304" pitchFamily="18" charset="0"/>
              </a:rPr>
              <a:t>Agricultural production is largely dependent upon the climate, but the fact is many farmers cannot afford the cost of soil analysis equipment, which is necessary to check the nutrient level. However, as a solution to the above problem, this paper would outline the procedure of determining the level of agricultural land by employing climate variables as opposed to the chemical composition of the soil. Here, data regarding the level of moisture present in the root zone of the soil, the wetness of the soil, rainfall, and the temperature of the land are calculated to obtain a value referred to as the Agriculture Condition Level Index (ACLI). Rather than depending on the actual production of crops, the agricultural land is classified into three categories, namely poor, moderately, and good, depending upon the pre-defined ACLI value. Decision Tree is used as the baseline model for capturing the interaction between the environment variables and crop growth, while Gradient Boosting is used for better predictions through the use of ensemble learning. It can be seen that, in general, the land condition during the monsoon season is quite good due to sufficient rainfall, while land conditions in the summer season reveal higher climate stress. This approach is relatively cost-effective and practical since it does not require chemical soil nutrient data such as NPK, hence appropriately applicable to resource-constrained farmers. Future works include the incorporation of aerial images and market information into the system for a multimodal precision farming system.</a:t>
            </a:r>
            <a:endParaRPr kumimoji="0" lang="en-US" altLang="en-US" sz="1450" b="0" i="0" u="none" strike="noStrike" cap="none" normalizeH="0" baseline="0" dirty="0">
              <a:ln>
                <a:noFill/>
              </a:ln>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0F58306-209D-7A7B-DD50-53989ABF6D93}"/>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t>5</a:t>
            </a:fld>
            <a:endParaRPr lang="en"/>
          </a:p>
        </p:txBody>
      </p:sp>
      <p:sp>
        <p:nvSpPr>
          <p:cNvPr id="3" name="Title 2">
            <a:extLst>
              <a:ext uri="{FF2B5EF4-FFF2-40B4-BE49-F238E27FC236}">
                <a16:creationId xmlns:a16="http://schemas.microsoft.com/office/drawing/2014/main" id="{12DE2903-B218-52C9-35BD-3D0CAA5A6586}"/>
              </a:ext>
            </a:extLst>
          </p:cNvPr>
          <p:cNvSpPr>
            <a:spLocks noGrp="1"/>
          </p:cNvSpPr>
          <p:nvPr>
            <p:ph type="title"/>
          </p:nvPr>
        </p:nvSpPr>
        <p:spPr>
          <a:xfrm>
            <a:off x="719999" y="293296"/>
            <a:ext cx="7704000" cy="572700"/>
          </a:xfrm>
        </p:spPr>
        <p:txBody>
          <a:bodyPr/>
          <a:lstStyle/>
          <a:p>
            <a:pPr algn="just"/>
            <a:r>
              <a:rPr lang="en-US" dirty="0">
                <a:solidFill>
                  <a:srgbClr val="000000"/>
                </a:solidFill>
                <a:latin typeface="Times New Roman" panose="02020603050405020304" pitchFamily="18" charset="0"/>
                <a:cs typeface="Times New Roman" panose="02020603050405020304" pitchFamily="18" charset="0"/>
              </a:rPr>
              <a:t>			Introduction</a:t>
            </a:r>
            <a:endParaRPr lang="en-IN" dirty="0">
              <a:solidFill>
                <a:srgbClr val="000000"/>
              </a:solidFill>
              <a:latin typeface="Times New Roman" panose="02020603050405020304" pitchFamily="18" charset="0"/>
              <a:cs typeface="Times New Roman" panose="02020603050405020304" pitchFamily="18" charset="0"/>
            </a:endParaRPr>
          </a:p>
        </p:txBody>
      </p:sp>
      <p:sp>
        <p:nvSpPr>
          <p:cNvPr id="5" name="Rectangle 1">
            <a:extLst>
              <a:ext uri="{FF2B5EF4-FFF2-40B4-BE49-F238E27FC236}">
                <a16:creationId xmlns:a16="http://schemas.microsoft.com/office/drawing/2014/main" id="{9515EB66-7D23-C914-8022-3E04F4B40663}"/>
              </a:ext>
            </a:extLst>
          </p:cNvPr>
          <p:cNvSpPr>
            <a:spLocks noGrp="1" noChangeArrowheads="1"/>
          </p:cNvSpPr>
          <p:nvPr>
            <p:ph type="body" idx="1"/>
          </p:nvPr>
        </p:nvSpPr>
        <p:spPr bwMode="auto">
          <a:xfrm>
            <a:off x="720001" y="754809"/>
            <a:ext cx="7704000"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lvl="0" indent="-285750" algn="just" eaLnBrk="0" fontAlgn="base" hangingPunct="0">
              <a:lnSpc>
                <a:spcPct val="150000"/>
              </a:lnSpc>
              <a:spcBef>
                <a:spcPct val="0"/>
              </a:spcBef>
              <a:spcAft>
                <a:spcPct val="0"/>
              </a:spcAft>
              <a:buClrTx/>
              <a:buSzTx/>
              <a:buFont typeface="Wingdings" panose="05000000000000000000" pitchFamily="2" charset="2"/>
              <a:buChar char="Ø"/>
            </a:pPr>
            <a:r>
              <a:rPr lang="en-US" sz="1600" dirty="0">
                <a:solidFill>
                  <a:srgbClr val="000000"/>
                </a:solidFill>
                <a:latin typeface="Times New Roman" panose="02020603050405020304" pitchFamily="18" charset="0"/>
                <a:cs typeface="Times New Roman" panose="02020603050405020304" pitchFamily="18" charset="0"/>
              </a:rPr>
              <a:t>Agriculture is very important for food security and the economy, but climate changes are making farming difficult.</a:t>
            </a:r>
          </a:p>
          <a:p>
            <a:pPr marL="285750" lvl="0" indent="-285750" algn="just" eaLnBrk="0" fontAlgn="base" hangingPunct="0">
              <a:lnSpc>
                <a:spcPct val="150000"/>
              </a:lnSpc>
              <a:spcBef>
                <a:spcPct val="0"/>
              </a:spcBef>
              <a:spcAft>
                <a:spcPct val="0"/>
              </a:spcAft>
              <a:buClrTx/>
              <a:buSzTx/>
              <a:buFont typeface="Wingdings" panose="05000000000000000000" pitchFamily="2" charset="2"/>
              <a:buChar char="Ø"/>
            </a:pPr>
            <a:r>
              <a:rPr lang="en-US" sz="1600" dirty="0">
                <a:solidFill>
                  <a:srgbClr val="000000"/>
                </a:solidFill>
                <a:latin typeface="Times New Roman" panose="02020603050405020304" pitchFamily="18" charset="0"/>
                <a:cs typeface="Times New Roman" panose="02020603050405020304" pitchFamily="18" charset="0"/>
              </a:rPr>
              <a:t>Factors like temperature, rainfall, humidity, and wind affect crop growth, stress, and irrigation needs.</a:t>
            </a:r>
          </a:p>
          <a:p>
            <a:pPr marL="285750" lvl="0" indent="-285750" algn="just" eaLnBrk="0" fontAlgn="base" hangingPunct="0">
              <a:lnSpc>
                <a:spcPct val="150000"/>
              </a:lnSpc>
              <a:spcBef>
                <a:spcPct val="0"/>
              </a:spcBef>
              <a:spcAft>
                <a:spcPct val="0"/>
              </a:spcAft>
              <a:buClrTx/>
              <a:buSzTx/>
              <a:buFont typeface="Wingdings" panose="05000000000000000000" pitchFamily="2" charset="2"/>
              <a:buChar char="Ø"/>
            </a:pPr>
            <a:r>
              <a:rPr lang="en-US" sz="1600" dirty="0">
                <a:solidFill>
                  <a:srgbClr val="000000"/>
                </a:solidFill>
                <a:latin typeface="Times New Roman" panose="02020603050405020304" pitchFamily="18" charset="0"/>
                <a:cs typeface="Times New Roman" panose="02020603050405020304" pitchFamily="18" charset="0"/>
              </a:rPr>
              <a:t>Traditional farming depends on experience, manual checks, or costly sensor systems, which are not affordable everywhere.</a:t>
            </a:r>
          </a:p>
          <a:p>
            <a:pPr marL="285750" lvl="0" indent="-285750" algn="just" eaLnBrk="0" fontAlgn="base" hangingPunct="0">
              <a:lnSpc>
                <a:spcPct val="150000"/>
              </a:lnSpc>
              <a:spcBef>
                <a:spcPct val="0"/>
              </a:spcBef>
              <a:spcAft>
                <a:spcPct val="0"/>
              </a:spcAft>
              <a:buClrTx/>
              <a:buSzTx/>
              <a:buFont typeface="Wingdings" panose="05000000000000000000" pitchFamily="2" charset="2"/>
              <a:buChar char="Ø"/>
            </a:pPr>
            <a:r>
              <a:rPr lang="en-US" sz="1600" dirty="0">
                <a:solidFill>
                  <a:srgbClr val="000000"/>
                </a:solidFill>
                <a:latin typeface="Times New Roman" panose="02020603050405020304" pitchFamily="18" charset="0"/>
                <a:cs typeface="Times New Roman" panose="02020603050405020304" pitchFamily="18" charset="0"/>
              </a:rPr>
              <a:t>AI and machine learning can use freely available climate data to support better farming decisions.</a:t>
            </a:r>
          </a:p>
          <a:p>
            <a:pPr marL="285750" indent="-285750" algn="just" eaLnBrk="0" fontAlgn="base" hangingPunct="0">
              <a:lnSpc>
                <a:spcPct val="150000"/>
              </a:lnSpc>
              <a:spcBef>
                <a:spcPct val="0"/>
              </a:spcBef>
              <a:spcAft>
                <a:spcPct val="0"/>
              </a:spcAft>
              <a:buClrTx/>
              <a:buSzTx/>
              <a:buFont typeface="Wingdings" panose="05000000000000000000" pitchFamily="2" charset="2"/>
              <a:buChar char="Ø"/>
            </a:pPr>
            <a:r>
              <a:rPr lang="en-US" sz="1600" dirty="0">
                <a:solidFill>
                  <a:srgbClr val="000000"/>
                </a:solidFill>
                <a:latin typeface="Times New Roman" panose="02020603050405020304" pitchFamily="18" charset="0"/>
                <a:cs typeface="Times New Roman" panose="02020603050405020304" pitchFamily="18" charset="0"/>
              </a:rPr>
              <a:t>This project proposes a low-cost, multi-temporal climate-based AI model to predict crop stress and irrigation needs without using sensors.</a:t>
            </a:r>
          </a:p>
          <a:p>
            <a:pPr marL="0" lvl="0" indent="0" eaLnBrk="0" fontAlgn="base" hangingPunct="0">
              <a:lnSpc>
                <a:spcPct val="150000"/>
              </a:lnSpc>
              <a:spcBef>
                <a:spcPct val="0"/>
              </a:spcBef>
              <a:spcAft>
                <a:spcPct val="0"/>
              </a:spcAft>
              <a:buClrTx/>
              <a:buSzTx/>
              <a:buNone/>
            </a:pPr>
            <a:endParaRPr kumimoji="0" lang="en-US" altLang="en-US" sz="16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52408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25F6842-AA9C-43C2-8FD6-3D9233F6EB7A}"/>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t>6</a:t>
            </a:fld>
            <a:endParaRPr lang="en"/>
          </a:p>
        </p:txBody>
      </p:sp>
      <p:sp>
        <p:nvSpPr>
          <p:cNvPr id="3" name="Title 2">
            <a:extLst>
              <a:ext uri="{FF2B5EF4-FFF2-40B4-BE49-F238E27FC236}">
                <a16:creationId xmlns:a16="http://schemas.microsoft.com/office/drawing/2014/main" id="{9A2809E7-6F87-28BD-2985-999233C794E5}"/>
              </a:ext>
            </a:extLst>
          </p:cNvPr>
          <p:cNvSpPr>
            <a:spLocks noGrp="1"/>
          </p:cNvSpPr>
          <p:nvPr>
            <p:ph type="title"/>
          </p:nvPr>
        </p:nvSpPr>
        <p:spPr>
          <a:xfrm>
            <a:off x="445650" y="207025"/>
            <a:ext cx="7704000" cy="572700"/>
          </a:xfrm>
        </p:spPr>
        <p:txBody>
          <a:bodyPr/>
          <a:lstStyle/>
          <a:p>
            <a:pPr algn="ctr"/>
            <a:r>
              <a:rPr lang="en-IN" dirty="0">
                <a:solidFill>
                  <a:srgbClr val="000000"/>
                </a:solidFill>
                <a:latin typeface="Times New Roman" panose="02020603050405020304" pitchFamily="18" charset="0"/>
                <a:cs typeface="Times New Roman" panose="02020603050405020304" pitchFamily="18" charset="0"/>
              </a:rPr>
              <a:t>Problem Statement</a:t>
            </a:r>
          </a:p>
        </p:txBody>
      </p:sp>
      <p:pic>
        <p:nvPicPr>
          <p:cNvPr id="1028" name="Picture 4" descr="Impact of climate change on crops [17-20]. | Download Scientific Diagram">
            <a:extLst>
              <a:ext uri="{FF2B5EF4-FFF2-40B4-BE49-F238E27FC236}">
                <a16:creationId xmlns:a16="http://schemas.microsoft.com/office/drawing/2014/main" id="{89487848-F854-8926-6B4D-229DD0EE52F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97786" y="850926"/>
            <a:ext cx="6897128" cy="37519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262212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920552A-9C38-C93C-E9C1-79AEFD7D234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7</a:t>
            </a:fld>
            <a:endParaRPr lang="en"/>
          </a:p>
        </p:txBody>
      </p:sp>
      <p:sp>
        <p:nvSpPr>
          <p:cNvPr id="3" name="Slide Number Placeholder 2">
            <a:extLst>
              <a:ext uri="{FF2B5EF4-FFF2-40B4-BE49-F238E27FC236}">
                <a16:creationId xmlns:a16="http://schemas.microsoft.com/office/drawing/2014/main" id="{78F642A7-B639-180A-EAA0-284CED20064A}"/>
              </a:ext>
            </a:extLst>
          </p:cNvPr>
          <p:cNvSpPr>
            <a:spLocks noGrp="1"/>
          </p:cNvSpPr>
          <p:nvPr>
            <p:ph type="sldNum" idx="2"/>
          </p:nvPr>
        </p:nvSpPr>
        <p:spPr/>
        <p:txBody>
          <a:bodyPr/>
          <a:lstStyle/>
          <a:p>
            <a:pPr marL="0" lvl="0" indent="0" algn="ctr" rtl="0">
              <a:spcBef>
                <a:spcPts val="0"/>
              </a:spcBef>
              <a:spcAft>
                <a:spcPts val="0"/>
              </a:spcAft>
              <a:buNone/>
            </a:pPr>
            <a:fld id="{00000000-1234-1234-1234-123412341234}" type="slidenum">
              <a:rPr lang="en" smtClean="0"/>
              <a:t>7</a:t>
            </a:fld>
            <a:endParaRPr lang="en"/>
          </a:p>
        </p:txBody>
      </p:sp>
      <p:sp>
        <p:nvSpPr>
          <p:cNvPr id="4" name="Rectangle 1">
            <a:extLst>
              <a:ext uri="{FF2B5EF4-FFF2-40B4-BE49-F238E27FC236}">
                <a16:creationId xmlns:a16="http://schemas.microsoft.com/office/drawing/2014/main" id="{AA13D83F-3222-13A8-9794-6AC8E2FEC95B}"/>
              </a:ext>
            </a:extLst>
          </p:cNvPr>
          <p:cNvSpPr>
            <a:spLocks noChangeArrowheads="1"/>
          </p:cNvSpPr>
          <p:nvPr/>
        </p:nvSpPr>
        <p:spPr bwMode="auto">
          <a:xfrm rot="10800000" flipV="1">
            <a:off x="914400" y="802035"/>
            <a:ext cx="7315200"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b="0" i="0" u="none" strike="noStrike" cap="none" normalizeH="0" baseline="0" dirty="0">
                <a:ln>
                  <a:noFill/>
                </a:ln>
                <a:effectLst/>
                <a:latin typeface="Times New Roman" panose="02020603050405020304" pitchFamily="18" charset="0"/>
                <a:cs typeface="Times New Roman" panose="02020603050405020304" pitchFamily="18" charset="0"/>
              </a:rPr>
              <a:t>Climate changes such as high/low temperature, irregular rainfall, and water stress cause hidden crop stress that reduces yield and plant growth.</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600" b="0" i="0" u="none" strike="noStrike" cap="none" normalizeH="0" baseline="0" dirty="0">
              <a:ln>
                <a:noFill/>
              </a:ln>
              <a:effectLst/>
              <a:latin typeface="Times New Roman" panose="02020603050405020304" pitchFamily="18" charset="0"/>
              <a:cs typeface="Times New Roman" panose="02020603050405020304" pitchFamily="18" charset="0"/>
            </a:endParaRP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b="0" i="0" u="none" strike="noStrike" cap="none" normalizeH="0" baseline="0" dirty="0">
                <a:ln>
                  <a:noFill/>
                </a:ln>
                <a:effectLst/>
                <a:latin typeface="Times New Roman" panose="02020603050405020304" pitchFamily="18" charset="0"/>
                <a:cs typeface="Times New Roman" panose="02020603050405020304" pitchFamily="18" charset="0"/>
              </a:rPr>
              <a:t>These climate stresses affect photosynthesis, root growth, flowering, and biomass, but the damage is often noticed only after yield loss.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600" b="0" i="0" u="none" strike="noStrike" cap="none" normalizeH="0" baseline="0" dirty="0">
              <a:ln>
                <a:noFill/>
              </a:ln>
              <a:effectLst/>
              <a:latin typeface="Times New Roman" panose="02020603050405020304" pitchFamily="18" charset="0"/>
              <a:cs typeface="Times New Roman" panose="02020603050405020304" pitchFamily="18" charset="0"/>
            </a:endParaRP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b="0" i="0" u="none" strike="noStrike" cap="none" normalizeH="0" baseline="0" dirty="0">
                <a:ln>
                  <a:noFill/>
                </a:ln>
                <a:effectLst/>
                <a:latin typeface="Times New Roman" panose="02020603050405020304" pitchFamily="18" charset="0"/>
                <a:cs typeface="Times New Roman" panose="02020603050405020304" pitchFamily="18" charset="0"/>
              </a:rPr>
              <a:t>Traditional farming depends on manual field inspection and farmer experience, which is slow and cannot detect long-term climate effects.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600" b="0" i="0" u="none" strike="noStrike" cap="none" normalizeH="0" baseline="0" dirty="0">
              <a:ln>
                <a:noFill/>
              </a:ln>
              <a:effectLst/>
              <a:latin typeface="Times New Roman" panose="02020603050405020304" pitchFamily="18" charset="0"/>
              <a:cs typeface="Times New Roman" panose="02020603050405020304" pitchFamily="18" charset="0"/>
            </a:endParaRP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b="0" i="0" u="none" strike="noStrike" cap="none" normalizeH="0" baseline="0" dirty="0">
                <a:ln>
                  <a:noFill/>
                </a:ln>
                <a:effectLst/>
                <a:latin typeface="Times New Roman" panose="02020603050405020304" pitchFamily="18" charset="0"/>
                <a:cs typeface="Times New Roman" panose="02020603050405020304" pitchFamily="18" charset="0"/>
              </a:rPr>
              <a:t>Sensor-based smart farming systems are costly, require maintenance, and are not affordable in rural and developing regions.</a:t>
            </a:r>
          </a:p>
          <a:p>
            <a:pPr marR="0" lvl="0" algn="l" defTabSz="914400" rtl="0" eaLnBrk="0" fontAlgn="base" latinLnBrk="0" hangingPunct="0">
              <a:lnSpc>
                <a:spcPct val="100000"/>
              </a:lnSpc>
              <a:spcBef>
                <a:spcPct val="0"/>
              </a:spcBef>
              <a:spcAft>
                <a:spcPct val="0"/>
              </a:spcAft>
              <a:buClrTx/>
              <a:buSzTx/>
              <a:tabLst/>
            </a:pPr>
            <a:endParaRPr kumimoji="0" lang="en-US" altLang="en-US" sz="1600" b="0" i="0" u="none" strike="noStrike" cap="none" normalizeH="0" baseline="0" dirty="0">
              <a:ln>
                <a:noFill/>
              </a:ln>
              <a:effectLst/>
              <a:latin typeface="Times New Roman" panose="02020603050405020304" pitchFamily="18" charset="0"/>
              <a:cs typeface="Times New Roman" panose="02020603050405020304" pitchFamily="18" charset="0"/>
            </a:endParaRP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b="0" i="0" u="none" strike="noStrike" cap="none" normalizeH="0" baseline="0" dirty="0">
                <a:ln>
                  <a:noFill/>
                </a:ln>
                <a:effectLst/>
                <a:latin typeface="Times New Roman" panose="02020603050405020304" pitchFamily="18" charset="0"/>
                <a:cs typeface="Times New Roman" panose="02020603050405020304" pitchFamily="18" charset="0"/>
              </a:rPr>
              <a:t>There is a lack of low-cost systems that use long-term climate data to support timely and adaptive agricultural decision-making.</a:t>
            </a:r>
          </a:p>
        </p:txBody>
      </p:sp>
    </p:spTree>
    <p:extLst>
      <p:ext uri="{BB962C8B-B14F-4D97-AF65-F5344CB8AC3E}">
        <p14:creationId xmlns:p14="http://schemas.microsoft.com/office/powerpoint/2010/main" val="13654297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9A1628F-B1CA-76D2-E13E-04DA7FF37851}"/>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t>8</a:t>
            </a:fld>
            <a:endParaRPr lang="en"/>
          </a:p>
        </p:txBody>
      </p:sp>
      <p:sp>
        <p:nvSpPr>
          <p:cNvPr id="3" name="Title 2">
            <a:extLst>
              <a:ext uri="{FF2B5EF4-FFF2-40B4-BE49-F238E27FC236}">
                <a16:creationId xmlns:a16="http://schemas.microsoft.com/office/drawing/2014/main" id="{72461C17-EECF-70B2-66B0-CA77EF5AB620}"/>
              </a:ext>
            </a:extLst>
          </p:cNvPr>
          <p:cNvSpPr>
            <a:spLocks noGrp="1"/>
          </p:cNvSpPr>
          <p:nvPr>
            <p:ph type="title"/>
          </p:nvPr>
        </p:nvSpPr>
        <p:spPr/>
        <p:txBody>
          <a:bodyPr/>
          <a:lstStyle/>
          <a:p>
            <a:pPr algn="just"/>
            <a:r>
              <a:rPr lang="en-US" dirty="0">
                <a:solidFill>
                  <a:srgbClr val="000000"/>
                </a:solidFill>
                <a:latin typeface="Times New Roman" panose="02020603050405020304" pitchFamily="18" charset="0"/>
                <a:cs typeface="Times New Roman" panose="02020603050405020304" pitchFamily="18" charset="0"/>
              </a:rPr>
              <a:t>Objective</a:t>
            </a:r>
            <a:br>
              <a:rPr lang="en-US" dirty="0">
                <a:solidFill>
                  <a:srgbClr val="000000"/>
                </a:solidFill>
                <a:latin typeface="Times New Roman" panose="02020603050405020304" pitchFamily="18" charset="0"/>
                <a:cs typeface="Times New Roman" panose="02020603050405020304" pitchFamily="18" charset="0"/>
              </a:rPr>
            </a:br>
            <a:endParaRPr lang="en-IN" dirty="0">
              <a:solidFill>
                <a:srgbClr val="000000"/>
              </a:solidFill>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24A17452-86E9-6CE2-D11B-18B3C763A223}"/>
              </a:ext>
            </a:extLst>
          </p:cNvPr>
          <p:cNvSpPr>
            <a:spLocks noGrp="1" noChangeArrowheads="1"/>
          </p:cNvSpPr>
          <p:nvPr>
            <p:ph type="body" idx="1"/>
          </p:nvPr>
        </p:nvSpPr>
        <p:spPr bwMode="auto">
          <a:xfrm>
            <a:off x="294595" y="1048255"/>
            <a:ext cx="8498341"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lvl="0" indent="-285750" eaLnBrk="0" fontAlgn="base" hangingPunct="0">
              <a:lnSpc>
                <a:spcPct val="150000"/>
              </a:lnSpc>
              <a:spcBef>
                <a:spcPct val="0"/>
              </a:spcBef>
              <a:spcAft>
                <a:spcPct val="0"/>
              </a:spcAft>
              <a:buClrTx/>
              <a:buSzTx/>
              <a:buFont typeface="Wingdings" panose="05000000000000000000" pitchFamily="2" charset="2"/>
              <a:buChar char="Ø"/>
            </a:pPr>
            <a:r>
              <a:rPr lang="en-US" sz="1600" dirty="0">
                <a:solidFill>
                  <a:srgbClr val="000000"/>
                </a:solidFill>
                <a:latin typeface="Times New Roman" panose="02020603050405020304" pitchFamily="18" charset="0"/>
                <a:cs typeface="Times New Roman" panose="02020603050405020304" pitchFamily="18" charset="0"/>
              </a:rPr>
              <a:t>To develop a climate-based method to assess agricultural land condition without using soil nutrient tests.</a:t>
            </a:r>
          </a:p>
          <a:p>
            <a:pPr marL="285750" lvl="0" indent="-285750" eaLnBrk="0" fontAlgn="base" hangingPunct="0">
              <a:lnSpc>
                <a:spcPct val="150000"/>
              </a:lnSpc>
              <a:spcBef>
                <a:spcPct val="0"/>
              </a:spcBef>
              <a:spcAft>
                <a:spcPct val="0"/>
              </a:spcAft>
              <a:buClrTx/>
              <a:buSzTx/>
              <a:buFont typeface="Wingdings" panose="05000000000000000000" pitchFamily="2" charset="2"/>
              <a:buChar char="Ø"/>
            </a:pPr>
            <a:r>
              <a:rPr lang="en-US" sz="1600" dirty="0">
                <a:solidFill>
                  <a:srgbClr val="000000"/>
                </a:solidFill>
                <a:latin typeface="Times New Roman" panose="02020603050405020304" pitchFamily="18" charset="0"/>
                <a:cs typeface="Times New Roman" panose="02020603050405020304" pitchFamily="18" charset="0"/>
              </a:rPr>
              <a:t>To use climate variables such as rainfall, temperature, soil moisture, and wetness to calculate the Agriculture Condition Level Index (ACLI).</a:t>
            </a:r>
          </a:p>
          <a:p>
            <a:pPr marL="285750" lvl="0" indent="-285750" eaLnBrk="0" fontAlgn="base" hangingPunct="0">
              <a:lnSpc>
                <a:spcPct val="150000"/>
              </a:lnSpc>
              <a:spcBef>
                <a:spcPct val="0"/>
              </a:spcBef>
              <a:spcAft>
                <a:spcPct val="0"/>
              </a:spcAft>
              <a:buClrTx/>
              <a:buSzTx/>
              <a:buFont typeface="Wingdings" panose="05000000000000000000" pitchFamily="2" charset="2"/>
              <a:buChar char="Ø"/>
            </a:pPr>
            <a:r>
              <a:rPr lang="en-US" sz="1600" dirty="0">
                <a:solidFill>
                  <a:srgbClr val="000000"/>
                </a:solidFill>
                <a:latin typeface="Times New Roman" panose="02020603050405020304" pitchFamily="18" charset="0"/>
                <a:cs typeface="Times New Roman" panose="02020603050405020304" pitchFamily="18" charset="0"/>
              </a:rPr>
              <a:t>To classify agricultural land into </a:t>
            </a:r>
            <a:r>
              <a:rPr lang="en-US" sz="1600" b="1" dirty="0">
                <a:solidFill>
                  <a:srgbClr val="000000"/>
                </a:solidFill>
                <a:latin typeface="Times New Roman" panose="02020603050405020304" pitchFamily="18" charset="0"/>
                <a:cs typeface="Times New Roman" panose="02020603050405020304" pitchFamily="18" charset="0"/>
              </a:rPr>
              <a:t>poor</a:t>
            </a:r>
            <a:r>
              <a:rPr lang="en-US" sz="1600" dirty="0">
                <a:solidFill>
                  <a:srgbClr val="000000"/>
                </a:solidFill>
                <a:latin typeface="Times New Roman" panose="02020603050405020304" pitchFamily="18" charset="0"/>
                <a:cs typeface="Times New Roman" panose="02020603050405020304" pitchFamily="18" charset="0"/>
              </a:rPr>
              <a:t>, </a:t>
            </a:r>
            <a:r>
              <a:rPr lang="en-US" sz="1600" b="1" dirty="0">
                <a:solidFill>
                  <a:srgbClr val="000000"/>
                </a:solidFill>
                <a:latin typeface="Times New Roman" panose="02020603050405020304" pitchFamily="18" charset="0"/>
                <a:cs typeface="Times New Roman" panose="02020603050405020304" pitchFamily="18" charset="0"/>
              </a:rPr>
              <a:t>moderate</a:t>
            </a:r>
            <a:r>
              <a:rPr lang="en-US" sz="1600" dirty="0">
                <a:solidFill>
                  <a:srgbClr val="000000"/>
                </a:solidFill>
                <a:latin typeface="Times New Roman" panose="02020603050405020304" pitchFamily="18" charset="0"/>
                <a:cs typeface="Times New Roman" panose="02020603050405020304" pitchFamily="18" charset="0"/>
              </a:rPr>
              <a:t>, and </a:t>
            </a:r>
            <a:r>
              <a:rPr lang="en-US" sz="1600" b="1" dirty="0">
                <a:solidFill>
                  <a:srgbClr val="000000"/>
                </a:solidFill>
                <a:latin typeface="Times New Roman" panose="02020603050405020304" pitchFamily="18" charset="0"/>
                <a:cs typeface="Times New Roman" panose="02020603050405020304" pitchFamily="18" charset="0"/>
              </a:rPr>
              <a:t>good</a:t>
            </a:r>
            <a:r>
              <a:rPr lang="en-US" sz="1600" dirty="0">
                <a:solidFill>
                  <a:srgbClr val="000000"/>
                </a:solidFill>
                <a:latin typeface="Times New Roman" panose="02020603050405020304" pitchFamily="18" charset="0"/>
                <a:cs typeface="Times New Roman" panose="02020603050405020304" pitchFamily="18" charset="0"/>
              </a:rPr>
              <a:t> categories based on ACLI values</a:t>
            </a:r>
            <a:r>
              <a:rPr kumimoji="0" lang="en-US" altLang="en-US" sz="160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t>
            </a:r>
          </a:p>
          <a:p>
            <a:pPr marL="285750" lvl="0" indent="-285750" eaLnBrk="0" fontAlgn="base" hangingPunct="0">
              <a:lnSpc>
                <a:spcPct val="150000"/>
              </a:lnSpc>
              <a:spcBef>
                <a:spcPct val="0"/>
              </a:spcBef>
              <a:spcAft>
                <a:spcPct val="0"/>
              </a:spcAft>
              <a:buClrTx/>
              <a:buSzTx/>
              <a:buFont typeface="Wingdings" panose="05000000000000000000" pitchFamily="2" charset="2"/>
              <a:buChar char="Ø"/>
            </a:pPr>
            <a:r>
              <a:rPr lang="en-US" sz="1600" dirty="0">
                <a:solidFill>
                  <a:srgbClr val="000000"/>
                </a:solidFill>
                <a:latin typeface="Times New Roman" panose="02020603050405020304" pitchFamily="18" charset="0"/>
                <a:cs typeface="Times New Roman" panose="02020603050405020304" pitchFamily="18" charset="0"/>
              </a:rPr>
              <a:t>To apply Decision Tree and Gradient Boosting models for analyzing climate effects on land condition and improving prediction accuracy.</a:t>
            </a:r>
          </a:p>
          <a:p>
            <a:pPr marL="285750" lvl="0" indent="-285750" eaLnBrk="0" fontAlgn="base" hangingPunct="0">
              <a:lnSpc>
                <a:spcPct val="150000"/>
              </a:lnSpc>
              <a:spcBef>
                <a:spcPct val="0"/>
              </a:spcBef>
              <a:spcAft>
                <a:spcPct val="0"/>
              </a:spcAft>
              <a:buClrTx/>
              <a:buSzTx/>
              <a:buFont typeface="Wingdings" panose="05000000000000000000" pitchFamily="2" charset="2"/>
              <a:buChar char="Ø"/>
            </a:pPr>
            <a:r>
              <a:rPr lang="en-US" sz="1600" dirty="0">
                <a:solidFill>
                  <a:srgbClr val="000000"/>
                </a:solidFill>
                <a:latin typeface="Times New Roman" panose="02020603050405020304" pitchFamily="18" charset="0"/>
                <a:cs typeface="Times New Roman" panose="02020603050405020304" pitchFamily="18" charset="0"/>
              </a:rPr>
              <a:t>To design a low-cost and practical solution suitable for farmers in resource-constrained regions.</a:t>
            </a:r>
            <a:endParaRPr kumimoji="0" lang="en-US" altLang="en-US" sz="160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363048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78D0FC6-F832-F791-B890-D096F9295C98}"/>
              </a:ext>
            </a:extLst>
          </p:cNvPr>
          <p:cNvSpPr>
            <a:spLocks noGrp="1"/>
          </p:cNvSpPr>
          <p:nvPr>
            <p:ph type="sldNum" idx="2"/>
          </p:nvPr>
        </p:nvSpPr>
        <p:spPr/>
        <p:txBody>
          <a:bodyPr/>
          <a:lstStyle/>
          <a:p>
            <a:pPr marL="0" lvl="0" indent="0" algn="ctr" rtl="0">
              <a:spcBef>
                <a:spcPts val="0"/>
              </a:spcBef>
              <a:spcAft>
                <a:spcPts val="0"/>
              </a:spcAft>
              <a:buNone/>
            </a:pPr>
            <a:fld id="{00000000-1234-1234-1234-123412341234}" type="slidenum">
              <a:rPr lang="en" smtClean="0"/>
              <a:t>9</a:t>
            </a:fld>
            <a:endParaRPr lang="en"/>
          </a:p>
        </p:txBody>
      </p:sp>
      <p:sp>
        <p:nvSpPr>
          <p:cNvPr id="4" name="TextBox 3">
            <a:extLst>
              <a:ext uri="{FF2B5EF4-FFF2-40B4-BE49-F238E27FC236}">
                <a16:creationId xmlns:a16="http://schemas.microsoft.com/office/drawing/2014/main" id="{E5559B52-45C2-7D7C-D208-91FEB968E0E8}"/>
              </a:ext>
            </a:extLst>
          </p:cNvPr>
          <p:cNvSpPr txBox="1"/>
          <p:nvPr/>
        </p:nvSpPr>
        <p:spPr>
          <a:xfrm>
            <a:off x="2833007" y="392607"/>
            <a:ext cx="4600575" cy="553998"/>
          </a:xfrm>
          <a:prstGeom prst="rect">
            <a:avLst/>
          </a:prstGeom>
          <a:noFill/>
        </p:spPr>
        <p:txBody>
          <a:bodyPr wrap="square" rtlCol="0">
            <a:spAutoFit/>
          </a:bodyPr>
          <a:lstStyle/>
          <a:p>
            <a:r>
              <a:rPr lang="en-US" sz="3000" b="1" dirty="0">
                <a:latin typeface="Times New Roman" panose="02020603050405020304" pitchFamily="18" charset="0"/>
                <a:cs typeface="Times New Roman" panose="02020603050405020304" pitchFamily="18" charset="0"/>
              </a:rPr>
              <a:t>Literature survey</a:t>
            </a:r>
            <a:endParaRPr lang="en-IN" sz="3000" b="1" dirty="0">
              <a:latin typeface="Times New Roman" panose="02020603050405020304" pitchFamily="18" charset="0"/>
              <a:cs typeface="Times New Roman" panose="02020603050405020304" pitchFamily="18" charset="0"/>
            </a:endParaRPr>
          </a:p>
        </p:txBody>
      </p:sp>
      <p:graphicFrame>
        <p:nvGraphicFramePr>
          <p:cNvPr id="2" name="Table 1">
            <a:extLst>
              <a:ext uri="{FF2B5EF4-FFF2-40B4-BE49-F238E27FC236}">
                <a16:creationId xmlns:a16="http://schemas.microsoft.com/office/drawing/2014/main" id="{6FAC4E1C-D226-DB8C-EF85-66587D5011BE}"/>
              </a:ext>
            </a:extLst>
          </p:cNvPr>
          <p:cNvGraphicFramePr>
            <a:graphicFrameLocks noGrp="1"/>
          </p:cNvGraphicFramePr>
          <p:nvPr>
            <p:extLst>
              <p:ext uri="{D42A27DB-BD31-4B8C-83A1-F6EECF244321}">
                <p14:modId xmlns:p14="http://schemas.microsoft.com/office/powerpoint/2010/main" val="1929379635"/>
              </p:ext>
            </p:extLst>
          </p:nvPr>
        </p:nvGraphicFramePr>
        <p:xfrm>
          <a:off x="187779" y="1045298"/>
          <a:ext cx="8654142" cy="3360191"/>
        </p:xfrm>
        <a:graphic>
          <a:graphicData uri="http://schemas.openxmlformats.org/drawingml/2006/table">
            <a:tbl>
              <a:tblPr firstRow="1" firstCol="1" bandRow="1">
                <a:tableStyleId>{18F9D1F8-465F-4247-AF64-11042899135F}</a:tableStyleId>
              </a:tblPr>
              <a:tblGrid>
                <a:gridCol w="1793848">
                  <a:extLst>
                    <a:ext uri="{9D8B030D-6E8A-4147-A177-3AD203B41FA5}">
                      <a16:colId xmlns:a16="http://schemas.microsoft.com/office/drawing/2014/main" val="2933281601"/>
                    </a:ext>
                  </a:extLst>
                </a:gridCol>
                <a:gridCol w="2532490">
                  <a:extLst>
                    <a:ext uri="{9D8B030D-6E8A-4147-A177-3AD203B41FA5}">
                      <a16:colId xmlns:a16="http://schemas.microsoft.com/office/drawing/2014/main" val="2429700003"/>
                    </a:ext>
                  </a:extLst>
                </a:gridCol>
                <a:gridCol w="2163902">
                  <a:extLst>
                    <a:ext uri="{9D8B030D-6E8A-4147-A177-3AD203B41FA5}">
                      <a16:colId xmlns:a16="http://schemas.microsoft.com/office/drawing/2014/main" val="3134580944"/>
                    </a:ext>
                  </a:extLst>
                </a:gridCol>
                <a:gridCol w="2163902">
                  <a:extLst>
                    <a:ext uri="{9D8B030D-6E8A-4147-A177-3AD203B41FA5}">
                      <a16:colId xmlns:a16="http://schemas.microsoft.com/office/drawing/2014/main" val="1334969259"/>
                    </a:ext>
                  </a:extLst>
                </a:gridCol>
              </a:tblGrid>
              <a:tr h="428755">
                <a:tc>
                  <a:txBody>
                    <a:bodyPr/>
                    <a:lstStyle/>
                    <a:p>
                      <a:pPr algn="ctr"/>
                      <a:r>
                        <a:rPr lang="en-US" sz="1600" dirty="0">
                          <a:solidFill>
                            <a:schemeClr val="tx2"/>
                          </a:solidFill>
                          <a:latin typeface="Times New Roman" panose="02020603050405020304" pitchFamily="18" charset="0"/>
                          <a:cs typeface="Times New Roman" panose="02020603050405020304" pitchFamily="18" charset="0"/>
                        </a:rPr>
                        <a:t>Authors &amp; Date</a:t>
                      </a:r>
                      <a:endParaRPr lang="en-IN" sz="1600" dirty="0">
                        <a:solidFill>
                          <a:schemeClr val="tx2"/>
                        </a:solidFill>
                        <a:latin typeface="Times New Roman" panose="02020603050405020304" pitchFamily="18" charset="0"/>
                        <a:cs typeface="Times New Roman" panose="02020603050405020304" pitchFamily="18" charset="0"/>
                      </a:endParaRPr>
                    </a:p>
                  </a:txBody>
                  <a:tcPr>
                    <a:solidFill>
                      <a:schemeClr val="bg2"/>
                    </a:solidFill>
                  </a:tcPr>
                </a:tc>
                <a:tc>
                  <a:txBody>
                    <a:bodyPr/>
                    <a:lstStyle/>
                    <a:p>
                      <a:pPr algn="ctr"/>
                      <a:r>
                        <a:rPr lang="en-US" sz="1600" dirty="0">
                          <a:solidFill>
                            <a:schemeClr val="tx2"/>
                          </a:solidFill>
                          <a:latin typeface="Times New Roman" panose="02020603050405020304" pitchFamily="18" charset="0"/>
                          <a:cs typeface="Times New Roman" panose="02020603050405020304" pitchFamily="18" charset="0"/>
                        </a:rPr>
                        <a:t>Methodology</a:t>
                      </a:r>
                      <a:endParaRPr lang="en-IN" sz="1600" dirty="0">
                        <a:solidFill>
                          <a:schemeClr val="tx2"/>
                        </a:solidFill>
                        <a:latin typeface="Times New Roman" panose="02020603050405020304" pitchFamily="18" charset="0"/>
                        <a:cs typeface="Times New Roman" panose="02020603050405020304" pitchFamily="18" charset="0"/>
                      </a:endParaRPr>
                    </a:p>
                  </a:txBody>
                  <a:tcPr>
                    <a:solidFill>
                      <a:schemeClr val="bg2"/>
                    </a:solidFill>
                  </a:tcPr>
                </a:tc>
                <a:tc>
                  <a:txBody>
                    <a:bodyPr/>
                    <a:lstStyle/>
                    <a:p>
                      <a:pPr algn="ctr"/>
                      <a:r>
                        <a:rPr lang="en-US" sz="1600" dirty="0">
                          <a:solidFill>
                            <a:schemeClr val="tx2"/>
                          </a:solidFill>
                          <a:latin typeface="Times New Roman" panose="02020603050405020304" pitchFamily="18" charset="0"/>
                          <a:cs typeface="Times New Roman" panose="02020603050405020304" pitchFamily="18" charset="0"/>
                        </a:rPr>
                        <a:t>Results</a:t>
                      </a:r>
                      <a:endParaRPr lang="en-IN" sz="1600" dirty="0">
                        <a:solidFill>
                          <a:schemeClr val="tx2"/>
                        </a:solidFill>
                        <a:latin typeface="Times New Roman" panose="02020603050405020304" pitchFamily="18" charset="0"/>
                        <a:cs typeface="Times New Roman" panose="02020603050405020304" pitchFamily="18" charset="0"/>
                      </a:endParaRPr>
                    </a:p>
                  </a:txBody>
                  <a:tcPr>
                    <a:solidFill>
                      <a:schemeClr val="bg2"/>
                    </a:solidFill>
                  </a:tcPr>
                </a:tc>
                <a:tc>
                  <a:txBody>
                    <a:bodyPr/>
                    <a:lstStyle/>
                    <a:p>
                      <a:pPr algn="ctr"/>
                      <a:r>
                        <a:rPr lang="en-US" sz="1600" dirty="0">
                          <a:solidFill>
                            <a:schemeClr val="tx2"/>
                          </a:solidFill>
                          <a:latin typeface="Times New Roman" panose="02020603050405020304" pitchFamily="18" charset="0"/>
                          <a:cs typeface="Times New Roman" panose="02020603050405020304" pitchFamily="18" charset="0"/>
                        </a:rPr>
                        <a:t>Remarks</a:t>
                      </a:r>
                      <a:endParaRPr lang="en-IN" sz="1600" dirty="0">
                        <a:solidFill>
                          <a:schemeClr val="tx2"/>
                        </a:solidFill>
                        <a:latin typeface="Times New Roman" panose="02020603050405020304" pitchFamily="18" charset="0"/>
                        <a:cs typeface="Times New Roman" panose="02020603050405020304" pitchFamily="18" charset="0"/>
                      </a:endParaRPr>
                    </a:p>
                  </a:txBody>
                  <a:tcPr>
                    <a:solidFill>
                      <a:schemeClr val="bg2"/>
                    </a:solidFill>
                  </a:tcPr>
                </a:tc>
                <a:extLst>
                  <a:ext uri="{0D108BD9-81ED-4DB2-BD59-A6C34878D82A}">
                    <a16:rowId xmlns:a16="http://schemas.microsoft.com/office/drawing/2014/main" val="3387381147"/>
                  </a:ext>
                </a:extLst>
              </a:tr>
              <a:tr h="1465718">
                <a:tc>
                  <a:txBody>
                    <a:bodyPr/>
                    <a:lstStyle/>
                    <a:p>
                      <a:endParaRPr lang="en-IN" sz="1600" dirty="0">
                        <a:latin typeface="Times New Roman" panose="02020603050405020304" pitchFamily="18" charset="0"/>
                        <a:cs typeface="Times New Roman" panose="02020603050405020304" pitchFamily="18" charset="0"/>
                      </a:endParaRPr>
                    </a:p>
                    <a:p>
                      <a:pPr algn="ctr"/>
                      <a:r>
                        <a:rPr lang="da-DK" sz="1600" dirty="0">
                          <a:latin typeface="Times New Roman" panose="02020603050405020304" pitchFamily="18" charset="0"/>
                          <a:cs typeface="Times New Roman" panose="02020603050405020304" pitchFamily="18" charset="0"/>
                        </a:rPr>
                        <a:t>Y. Mahale et al. [1] June 2024</a:t>
                      </a:r>
                      <a:endParaRPr lang="en-IN" sz="1600" dirty="0">
                        <a:solidFill>
                          <a:srgbClr val="000000"/>
                        </a:solidFill>
                        <a:latin typeface="Times New Roman" panose="02020603050405020304" pitchFamily="18" charset="0"/>
                        <a:cs typeface="Times New Roman" panose="02020603050405020304" pitchFamily="18" charset="0"/>
                      </a:endParaRPr>
                    </a:p>
                  </a:txBody>
                  <a:tcPr/>
                </a:tc>
                <a:tc>
                  <a:txBody>
                    <a:bodyPr/>
                    <a:lstStyle/>
                    <a:p>
                      <a:pPr algn="ctr"/>
                      <a:r>
                        <a:rPr lang="en-US" sz="1600" dirty="0">
                          <a:latin typeface="Times New Roman" panose="02020603050405020304" pitchFamily="18" charset="0"/>
                          <a:cs typeface="Times New Roman" panose="02020603050405020304" pitchFamily="18" charset="0"/>
                        </a:rPr>
                        <a:t>Machine learning–based crop recommendation and forecasting using LSTM and expectation–maximization technique.</a:t>
                      </a:r>
                      <a:endParaRPr lang="en-IN" sz="1600" dirty="0">
                        <a:solidFill>
                          <a:srgbClr val="000000"/>
                        </a:solidFill>
                        <a:latin typeface="Times New Roman" panose="02020603050405020304" pitchFamily="18" charset="0"/>
                        <a:cs typeface="Times New Roman" panose="02020603050405020304" pitchFamily="18" charset="0"/>
                      </a:endParaRPr>
                    </a:p>
                  </a:txBody>
                  <a:tcPr/>
                </a:tc>
                <a:tc>
                  <a:txBody>
                    <a:bodyPr/>
                    <a:lstStyle/>
                    <a:p>
                      <a:pPr algn="ctr"/>
                      <a:endParaRPr lang="en-US" sz="1600" dirty="0">
                        <a:latin typeface="Times New Roman" panose="02020603050405020304" pitchFamily="18" charset="0"/>
                        <a:cs typeface="Times New Roman" panose="02020603050405020304" pitchFamily="18" charset="0"/>
                      </a:endParaRPr>
                    </a:p>
                    <a:p>
                      <a:pPr algn="ctr"/>
                      <a:r>
                        <a:rPr lang="en-US" sz="1600" dirty="0">
                          <a:latin typeface="Times New Roman" panose="02020603050405020304" pitchFamily="18" charset="0"/>
                          <a:cs typeface="Times New Roman" panose="02020603050405020304" pitchFamily="18" charset="0"/>
                        </a:rPr>
                        <a:t>Improved crop recommendation and yield forecasting accuracy.</a:t>
                      </a:r>
                      <a:endParaRPr lang="en-IN" sz="1600" dirty="0">
                        <a:solidFill>
                          <a:srgbClr val="000000"/>
                        </a:solidFill>
                        <a:latin typeface="Times New Roman" panose="02020603050405020304" pitchFamily="18" charset="0"/>
                        <a:cs typeface="Times New Roman" panose="02020603050405020304" pitchFamily="18" charset="0"/>
                      </a:endParaRPr>
                    </a:p>
                  </a:txBody>
                  <a:tcPr/>
                </a:tc>
                <a:tc>
                  <a:txBody>
                    <a:bodyPr/>
                    <a:lstStyle/>
                    <a:p>
                      <a:pPr algn="ctr"/>
                      <a:endParaRPr lang="en-US" sz="1600" dirty="0">
                        <a:latin typeface="Times New Roman" panose="02020603050405020304" pitchFamily="18" charset="0"/>
                        <a:cs typeface="Times New Roman" panose="02020603050405020304" pitchFamily="18" charset="0"/>
                      </a:endParaRPr>
                    </a:p>
                    <a:p>
                      <a:pPr algn="ctr"/>
                      <a:r>
                        <a:rPr lang="en-US" sz="1600" dirty="0">
                          <a:latin typeface="Times New Roman" panose="02020603050405020304" pitchFamily="18" charset="0"/>
                          <a:cs typeface="Times New Roman" panose="02020603050405020304" pitchFamily="18" charset="0"/>
                        </a:rPr>
                        <a:t>Focused on prediction only; depends on historical and field-level data.</a:t>
                      </a:r>
                      <a:endParaRPr lang="en-IN" sz="1600" dirty="0">
                        <a:solidFill>
                          <a:srgbClr val="000000"/>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887023088"/>
                  </a:ext>
                </a:extLst>
              </a:tr>
              <a:tr h="1465718">
                <a:tc>
                  <a:txBody>
                    <a:bodyPr/>
                    <a:lstStyle/>
                    <a:p>
                      <a:pPr algn="ctr"/>
                      <a:endParaRPr lang="en-IN" sz="1600" dirty="0">
                        <a:latin typeface="Times New Roman" panose="02020603050405020304" pitchFamily="18" charset="0"/>
                        <a:cs typeface="Times New Roman" panose="02020603050405020304" pitchFamily="18" charset="0"/>
                      </a:endParaRPr>
                    </a:p>
                    <a:p>
                      <a:pPr algn="ctr"/>
                      <a:r>
                        <a:rPr lang="en-IN" sz="1600" dirty="0">
                          <a:latin typeface="Times New Roman" panose="02020603050405020304" pitchFamily="18" charset="0"/>
                          <a:cs typeface="Times New Roman" panose="02020603050405020304" pitchFamily="18" charset="0"/>
                        </a:rPr>
                        <a:t>P. Raeva et al. [2] March 2025</a:t>
                      </a:r>
                    </a:p>
                  </a:txBody>
                  <a:tcPr/>
                </a:tc>
                <a:tc>
                  <a:txBody>
                    <a:bodyPr/>
                    <a:lstStyle/>
                    <a:p>
                      <a:pPr algn="ctr"/>
                      <a:endParaRPr lang="en-US" sz="1600" dirty="0">
                        <a:latin typeface="Times New Roman" panose="02020603050405020304" pitchFamily="18" charset="0"/>
                        <a:cs typeface="Times New Roman" panose="02020603050405020304" pitchFamily="18" charset="0"/>
                      </a:endParaRPr>
                    </a:p>
                    <a:p>
                      <a:pPr algn="ctr"/>
                      <a:r>
                        <a:rPr lang="en-US" sz="1600" dirty="0">
                          <a:latin typeface="Times New Roman" panose="02020603050405020304" pitchFamily="18" charset="0"/>
                          <a:cs typeface="Times New Roman" panose="02020603050405020304" pitchFamily="18" charset="0"/>
                        </a:rPr>
                        <a:t>Random Forest model using multitemporal Sentinel-2 satellite data and public datasets.</a:t>
                      </a:r>
                    </a:p>
                  </a:txBody>
                  <a:tcPr/>
                </a:tc>
                <a:tc>
                  <a:txBody>
                    <a:bodyPr/>
                    <a:lstStyle/>
                    <a:p>
                      <a:pPr algn="ctr"/>
                      <a:endParaRPr lang="en-US" sz="1600" dirty="0">
                        <a:latin typeface="Times New Roman" panose="02020603050405020304" pitchFamily="18" charset="0"/>
                        <a:cs typeface="Times New Roman" panose="02020603050405020304" pitchFamily="18" charset="0"/>
                      </a:endParaRPr>
                    </a:p>
                    <a:p>
                      <a:pPr algn="ctr"/>
                      <a:r>
                        <a:rPr lang="en-US" sz="1600" dirty="0">
                          <a:latin typeface="Times New Roman" panose="02020603050405020304" pitchFamily="18" charset="0"/>
                          <a:cs typeface="Times New Roman" panose="02020603050405020304" pitchFamily="18" charset="0"/>
                        </a:rPr>
                        <a:t>Achieved moderate yield prediction performance (R² ≈ 0.78).</a:t>
                      </a:r>
                      <a:endParaRPr lang="en-IN" sz="1600" dirty="0">
                        <a:solidFill>
                          <a:srgbClr val="000000"/>
                        </a:solidFill>
                        <a:latin typeface="Times New Roman" panose="02020603050405020304" pitchFamily="18" charset="0"/>
                        <a:cs typeface="Times New Roman" panose="02020603050405020304" pitchFamily="18" charset="0"/>
                      </a:endParaRPr>
                    </a:p>
                  </a:txBody>
                  <a:tcPr/>
                </a:tc>
                <a:tc>
                  <a:txBody>
                    <a:bodyPr/>
                    <a:lstStyle/>
                    <a:p>
                      <a:pPr algn="ctr"/>
                      <a:endParaRPr lang="en-US" sz="1600" dirty="0">
                        <a:latin typeface="Times New Roman" panose="02020603050405020304" pitchFamily="18" charset="0"/>
                        <a:cs typeface="Times New Roman" panose="02020603050405020304" pitchFamily="18" charset="0"/>
                      </a:endParaRPr>
                    </a:p>
                    <a:p>
                      <a:pPr algn="ctr"/>
                      <a:r>
                        <a:rPr lang="en-US" sz="1600" dirty="0">
                          <a:latin typeface="Times New Roman" panose="02020603050405020304" pitchFamily="18" charset="0"/>
                          <a:cs typeface="Times New Roman" panose="02020603050405020304" pitchFamily="18" charset="0"/>
                        </a:rPr>
                        <a:t>Limited to yield prediction; does not provide comprehensive decision support.</a:t>
                      </a:r>
                    </a:p>
                  </a:txBody>
                  <a:tcPr/>
                </a:tc>
                <a:extLst>
                  <a:ext uri="{0D108BD9-81ED-4DB2-BD59-A6C34878D82A}">
                    <a16:rowId xmlns:a16="http://schemas.microsoft.com/office/drawing/2014/main" val="4182138815"/>
                  </a:ext>
                </a:extLst>
              </a:tr>
            </a:tbl>
          </a:graphicData>
        </a:graphic>
      </p:graphicFrame>
    </p:spTree>
    <p:extLst>
      <p:ext uri="{BB962C8B-B14F-4D97-AF65-F5344CB8AC3E}">
        <p14:creationId xmlns:p14="http://schemas.microsoft.com/office/powerpoint/2010/main" val="26646498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5834B1F-49C7-2D52-1B1A-28024273B4E2}"/>
              </a:ext>
            </a:extLst>
          </p:cNvPr>
          <p:cNvSpPr>
            <a:spLocks noGrp="1"/>
          </p:cNvSpPr>
          <p:nvPr>
            <p:ph type="sldNum" idx="2"/>
          </p:nvPr>
        </p:nvSpPr>
        <p:spPr/>
        <p:txBody>
          <a:bodyPr/>
          <a:lstStyle/>
          <a:p>
            <a:pPr marL="0" lvl="0" indent="0" algn="ctr" rtl="0">
              <a:spcBef>
                <a:spcPts val="0"/>
              </a:spcBef>
              <a:spcAft>
                <a:spcPts val="0"/>
              </a:spcAft>
              <a:buNone/>
            </a:pPr>
            <a:fld id="{00000000-1234-1234-1234-123412341234}" type="slidenum">
              <a:rPr lang="en" smtClean="0"/>
              <a:t>10</a:t>
            </a:fld>
            <a:endParaRPr lang="en"/>
          </a:p>
        </p:txBody>
      </p:sp>
      <p:graphicFrame>
        <p:nvGraphicFramePr>
          <p:cNvPr id="2" name="Table 1">
            <a:extLst>
              <a:ext uri="{FF2B5EF4-FFF2-40B4-BE49-F238E27FC236}">
                <a16:creationId xmlns:a16="http://schemas.microsoft.com/office/drawing/2014/main" id="{38781103-ED1D-3F0E-DABB-F7E78DA7F48F}"/>
              </a:ext>
            </a:extLst>
          </p:cNvPr>
          <p:cNvGraphicFramePr>
            <a:graphicFrameLocks noGrp="1"/>
          </p:cNvGraphicFramePr>
          <p:nvPr>
            <p:extLst>
              <p:ext uri="{D42A27DB-BD31-4B8C-83A1-F6EECF244321}">
                <p14:modId xmlns:p14="http://schemas.microsoft.com/office/powerpoint/2010/main" val="3178186875"/>
              </p:ext>
            </p:extLst>
          </p:nvPr>
        </p:nvGraphicFramePr>
        <p:xfrm>
          <a:off x="383722" y="902425"/>
          <a:ext cx="8376556" cy="2374659"/>
        </p:xfrm>
        <a:graphic>
          <a:graphicData uri="http://schemas.openxmlformats.org/drawingml/2006/table">
            <a:tbl>
              <a:tblPr firstRow="1" bandRow="1">
                <a:tableStyleId>{18F9D1F8-465F-4247-AF64-11042899135F}</a:tableStyleId>
              </a:tblPr>
              <a:tblGrid>
                <a:gridCol w="1592035">
                  <a:extLst>
                    <a:ext uri="{9D8B030D-6E8A-4147-A177-3AD203B41FA5}">
                      <a16:colId xmlns:a16="http://schemas.microsoft.com/office/drawing/2014/main" val="238143596"/>
                    </a:ext>
                  </a:extLst>
                </a:gridCol>
                <a:gridCol w="2547258">
                  <a:extLst>
                    <a:ext uri="{9D8B030D-6E8A-4147-A177-3AD203B41FA5}">
                      <a16:colId xmlns:a16="http://schemas.microsoft.com/office/drawing/2014/main" val="1116616965"/>
                    </a:ext>
                  </a:extLst>
                </a:gridCol>
                <a:gridCol w="2155372">
                  <a:extLst>
                    <a:ext uri="{9D8B030D-6E8A-4147-A177-3AD203B41FA5}">
                      <a16:colId xmlns:a16="http://schemas.microsoft.com/office/drawing/2014/main" val="671346998"/>
                    </a:ext>
                  </a:extLst>
                </a:gridCol>
                <a:gridCol w="2081891">
                  <a:extLst>
                    <a:ext uri="{9D8B030D-6E8A-4147-A177-3AD203B41FA5}">
                      <a16:colId xmlns:a16="http://schemas.microsoft.com/office/drawing/2014/main" val="3387957302"/>
                    </a:ext>
                  </a:extLst>
                </a:gridCol>
              </a:tblGrid>
              <a:tr h="0">
                <a:tc>
                  <a:txBody>
                    <a:bodyPr/>
                    <a:lstStyle/>
                    <a:p>
                      <a:pPr algn="ctr"/>
                      <a:endParaRPr lang="en-IN" sz="1600" dirty="0">
                        <a:latin typeface="Times New Roman" panose="02020603050405020304" pitchFamily="18" charset="0"/>
                        <a:cs typeface="Times New Roman" panose="02020603050405020304" pitchFamily="18" charset="0"/>
                      </a:endParaRPr>
                    </a:p>
                    <a:p>
                      <a:pPr algn="ctr"/>
                      <a:r>
                        <a:rPr lang="en-IN" sz="1600" dirty="0">
                          <a:latin typeface="Times New Roman" panose="02020603050405020304" pitchFamily="18" charset="0"/>
                          <a:cs typeface="Times New Roman" panose="02020603050405020304" pitchFamily="18" charset="0"/>
                        </a:rPr>
                        <a:t>P. Gupta et al.[3] July 2025</a:t>
                      </a:r>
                    </a:p>
                  </a:txBody>
                  <a:tcPr/>
                </a:tc>
                <a:tc>
                  <a:txBody>
                    <a:bodyPr/>
                    <a:lstStyle/>
                    <a:p>
                      <a:pPr algn="ctr"/>
                      <a:r>
                        <a:rPr lang="en-US" sz="1600" dirty="0">
                          <a:latin typeface="Times New Roman" panose="02020603050405020304" pitchFamily="18" charset="0"/>
                          <a:cs typeface="Times New Roman" panose="02020603050405020304" pitchFamily="18" charset="0"/>
                        </a:rPr>
                        <a:t>ML models (SVM, RF, KNN) with IoT sensors and web-based agricultural platform.</a:t>
                      </a:r>
                      <a:endParaRPr lang="en-IN" sz="1600" dirty="0">
                        <a:latin typeface="Times New Roman" panose="02020603050405020304" pitchFamily="18" charset="0"/>
                        <a:cs typeface="Times New Roman" panose="02020603050405020304" pitchFamily="18" charset="0"/>
                      </a:endParaRPr>
                    </a:p>
                  </a:txBody>
                  <a:tcPr/>
                </a:tc>
                <a:tc>
                  <a:txBody>
                    <a:bodyPr/>
                    <a:lstStyle/>
                    <a:p>
                      <a:pPr algn="ctr"/>
                      <a:r>
                        <a:rPr lang="en-US" sz="1600" dirty="0">
                          <a:latin typeface="Times New Roman" panose="02020603050405020304" pitchFamily="18" charset="0"/>
                          <a:cs typeface="Times New Roman" panose="02020603050405020304" pitchFamily="18" charset="0"/>
                        </a:rPr>
                        <a:t>Improved prediction accuracy compared to traditional methods.</a:t>
                      </a:r>
                      <a:endParaRPr lang="en-IN" sz="1600" dirty="0">
                        <a:latin typeface="Times New Roman" panose="02020603050405020304" pitchFamily="18" charset="0"/>
                        <a:cs typeface="Times New Roman" panose="02020603050405020304" pitchFamily="18" charset="0"/>
                      </a:endParaRPr>
                    </a:p>
                  </a:txBody>
                  <a:tcPr/>
                </a:tc>
                <a:tc>
                  <a:txBody>
                    <a:bodyPr/>
                    <a:lstStyle/>
                    <a:p>
                      <a:pPr algn="ctr"/>
                      <a:r>
                        <a:rPr lang="en-IN" sz="1600" dirty="0">
                          <a:latin typeface="Times New Roman" panose="02020603050405020304" pitchFamily="18" charset="0"/>
                          <a:cs typeface="Times New Roman" panose="02020603050405020304" pitchFamily="18" charset="0"/>
                        </a:rPr>
                        <a:t>Requires sensor infrastructure and continuous data availability.</a:t>
                      </a:r>
                    </a:p>
                  </a:txBody>
                  <a:tcPr/>
                </a:tc>
                <a:extLst>
                  <a:ext uri="{0D108BD9-81ED-4DB2-BD59-A6C34878D82A}">
                    <a16:rowId xmlns:a16="http://schemas.microsoft.com/office/drawing/2014/main" val="665572019"/>
                  </a:ext>
                </a:extLst>
              </a:tr>
              <a:tr h="1307859">
                <a:tc>
                  <a:txBody>
                    <a:bodyPr/>
                    <a:lstStyle/>
                    <a:p>
                      <a:pPr algn="ctr"/>
                      <a:endParaRPr lang="en-IN" sz="1600" dirty="0">
                        <a:latin typeface="Times New Roman" panose="02020603050405020304" pitchFamily="18" charset="0"/>
                        <a:cs typeface="Times New Roman" panose="02020603050405020304" pitchFamily="18" charset="0"/>
                      </a:endParaRPr>
                    </a:p>
                    <a:p>
                      <a:pPr algn="ctr"/>
                      <a:r>
                        <a:rPr lang="da-DK" sz="1600" dirty="0">
                          <a:latin typeface="Times New Roman" panose="02020603050405020304" pitchFamily="18" charset="0"/>
                          <a:cs typeface="Times New Roman" panose="02020603050405020304" pitchFamily="18" charset="0"/>
                        </a:rPr>
                        <a:t>T. Ali et al. [4] December 2024</a:t>
                      </a:r>
                      <a:endParaRPr lang="en-IN" sz="1600" b="0" dirty="0">
                        <a:latin typeface="Times New Roman" panose="02020603050405020304" pitchFamily="18" charset="0"/>
                        <a:cs typeface="Times New Roman" panose="02020603050405020304" pitchFamily="18" charset="0"/>
                      </a:endParaRPr>
                    </a:p>
                  </a:txBody>
                  <a:tcPr/>
                </a:tc>
                <a:tc>
                  <a:txBody>
                    <a:bodyPr/>
                    <a:lstStyle/>
                    <a:p>
                      <a:pPr algn="ctr"/>
                      <a:endParaRPr lang="en-IN" sz="1600" dirty="0">
                        <a:latin typeface="Times New Roman" panose="02020603050405020304" pitchFamily="18" charset="0"/>
                        <a:cs typeface="Times New Roman" panose="02020603050405020304" pitchFamily="18" charset="0"/>
                      </a:endParaRPr>
                    </a:p>
                    <a:p>
                      <a:pPr algn="ctr"/>
                      <a:r>
                        <a:rPr lang="en-US" sz="1600" dirty="0">
                          <a:latin typeface="Times New Roman" panose="02020603050405020304" pitchFamily="18" charset="0"/>
                          <a:cs typeface="Times New Roman" panose="02020603050405020304" pitchFamily="18" charset="0"/>
                        </a:rPr>
                        <a:t>Machine learning and deep learning models for drought stress identification in crops.</a:t>
                      </a:r>
                      <a:endParaRPr lang="en-IN" sz="1600" dirty="0">
                        <a:latin typeface="Times New Roman" panose="02020603050405020304" pitchFamily="18" charset="0"/>
                        <a:cs typeface="Times New Roman" panose="02020603050405020304" pitchFamily="18" charset="0"/>
                      </a:endParaRPr>
                    </a:p>
                  </a:txBody>
                  <a:tcPr/>
                </a:tc>
                <a:tc>
                  <a:txBody>
                    <a:bodyPr/>
                    <a:lstStyle/>
                    <a:p>
                      <a:pPr algn="ctr"/>
                      <a:endParaRPr lang="en-US" sz="1600" dirty="0">
                        <a:latin typeface="Times New Roman" panose="02020603050405020304" pitchFamily="18" charset="0"/>
                        <a:cs typeface="Times New Roman" panose="02020603050405020304" pitchFamily="18" charset="0"/>
                      </a:endParaRPr>
                    </a:p>
                    <a:p>
                      <a:pPr algn="ctr"/>
                      <a:r>
                        <a:rPr lang="en-US" sz="1600" dirty="0">
                          <a:latin typeface="Times New Roman" panose="02020603050405020304" pitchFamily="18" charset="0"/>
                          <a:cs typeface="Times New Roman" panose="02020603050405020304" pitchFamily="18" charset="0"/>
                        </a:rPr>
                        <a:t>Successfully detected drought stress conditions in crops.</a:t>
                      </a:r>
                      <a:endParaRPr lang="en-IN" sz="1600" dirty="0">
                        <a:latin typeface="Times New Roman" panose="02020603050405020304" pitchFamily="18" charset="0"/>
                        <a:cs typeface="Times New Roman" panose="02020603050405020304" pitchFamily="18" charset="0"/>
                      </a:endParaRPr>
                    </a:p>
                  </a:txBody>
                  <a:tcPr/>
                </a:tc>
                <a:tc>
                  <a:txBody>
                    <a:bodyPr/>
                    <a:lstStyle/>
                    <a:p>
                      <a:pPr algn="ctr"/>
                      <a:r>
                        <a:rPr lang="en-US" sz="1600" dirty="0">
                          <a:latin typeface="Times New Roman" panose="02020603050405020304" pitchFamily="18" charset="0"/>
                          <a:cs typeface="Times New Roman" panose="02020603050405020304" pitchFamily="18" charset="0"/>
                        </a:rPr>
                        <a:t>Focused on stress detection only; not extended to decision-making support.</a:t>
                      </a:r>
                    </a:p>
                  </a:txBody>
                  <a:tcPr/>
                </a:tc>
                <a:extLst>
                  <a:ext uri="{0D108BD9-81ED-4DB2-BD59-A6C34878D82A}">
                    <a16:rowId xmlns:a16="http://schemas.microsoft.com/office/drawing/2014/main" val="1953117638"/>
                  </a:ext>
                </a:extLst>
              </a:tr>
            </a:tbl>
          </a:graphicData>
        </a:graphic>
      </p:graphicFrame>
      <p:graphicFrame>
        <p:nvGraphicFramePr>
          <p:cNvPr id="4" name="Table 3">
            <a:extLst>
              <a:ext uri="{FF2B5EF4-FFF2-40B4-BE49-F238E27FC236}">
                <a16:creationId xmlns:a16="http://schemas.microsoft.com/office/drawing/2014/main" id="{115501C6-05E3-9B5D-BDD3-C63ECD3C8627}"/>
              </a:ext>
            </a:extLst>
          </p:cNvPr>
          <p:cNvGraphicFramePr>
            <a:graphicFrameLocks noGrp="1"/>
          </p:cNvGraphicFramePr>
          <p:nvPr>
            <p:extLst>
              <p:ext uri="{D42A27DB-BD31-4B8C-83A1-F6EECF244321}">
                <p14:modId xmlns:p14="http://schemas.microsoft.com/office/powerpoint/2010/main" val="1571672572"/>
              </p:ext>
            </p:extLst>
          </p:nvPr>
        </p:nvGraphicFramePr>
        <p:xfrm>
          <a:off x="383722" y="3277084"/>
          <a:ext cx="8376556" cy="1107137"/>
        </p:xfrm>
        <a:graphic>
          <a:graphicData uri="http://schemas.openxmlformats.org/drawingml/2006/table">
            <a:tbl>
              <a:tblPr firstRow="1" bandRow="1">
                <a:tableStyleId>{18F9D1F8-465F-4247-AF64-11042899135F}</a:tableStyleId>
              </a:tblPr>
              <a:tblGrid>
                <a:gridCol w="1592035">
                  <a:extLst>
                    <a:ext uri="{9D8B030D-6E8A-4147-A177-3AD203B41FA5}">
                      <a16:colId xmlns:a16="http://schemas.microsoft.com/office/drawing/2014/main" val="1027958277"/>
                    </a:ext>
                  </a:extLst>
                </a:gridCol>
                <a:gridCol w="2547257">
                  <a:extLst>
                    <a:ext uri="{9D8B030D-6E8A-4147-A177-3AD203B41FA5}">
                      <a16:colId xmlns:a16="http://schemas.microsoft.com/office/drawing/2014/main" val="3148511705"/>
                    </a:ext>
                  </a:extLst>
                </a:gridCol>
                <a:gridCol w="2155372">
                  <a:extLst>
                    <a:ext uri="{9D8B030D-6E8A-4147-A177-3AD203B41FA5}">
                      <a16:colId xmlns:a16="http://schemas.microsoft.com/office/drawing/2014/main" val="2254769607"/>
                    </a:ext>
                  </a:extLst>
                </a:gridCol>
                <a:gridCol w="2081892">
                  <a:extLst>
                    <a:ext uri="{9D8B030D-6E8A-4147-A177-3AD203B41FA5}">
                      <a16:colId xmlns:a16="http://schemas.microsoft.com/office/drawing/2014/main" val="2625115100"/>
                    </a:ext>
                  </a:extLst>
                </a:gridCol>
              </a:tblGrid>
              <a:tr h="1107137">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da-DK" sz="1600" dirty="0">
                          <a:latin typeface="Times New Roman" panose="02020603050405020304" pitchFamily="18" charset="0"/>
                          <a:cs typeface="Times New Roman" panose="02020603050405020304" pitchFamily="18" charset="0"/>
                        </a:rPr>
                        <a:t>R. K. Dhanaraj et al. [5] – 2025</a:t>
                      </a:r>
                      <a:endParaRPr lang="en-IN" sz="1600"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600" dirty="0">
                          <a:latin typeface="Times New Roman" panose="02020603050405020304" pitchFamily="18" charset="0"/>
                          <a:cs typeface="Times New Roman" panose="02020603050405020304" pitchFamily="18" charset="0"/>
                        </a:rPr>
                        <a:t>Lightweight on-device AI models for climate-resilient crop yield prediction.</a:t>
                      </a:r>
                      <a:endParaRPr lang="en-IN" sz="1600"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600" dirty="0">
                          <a:latin typeface="Times New Roman" panose="02020603050405020304" pitchFamily="18" charset="0"/>
                          <a:cs typeface="Times New Roman" panose="02020603050405020304" pitchFamily="18" charset="0"/>
                        </a:rPr>
                        <a:t>Enabled local yield prediction with reduced computational cost.</a:t>
                      </a:r>
                      <a:endParaRPr lang="en-IN" sz="1600"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600" dirty="0">
                          <a:latin typeface="Times New Roman" panose="02020603050405020304" pitchFamily="18" charset="0"/>
                          <a:cs typeface="Times New Roman" panose="02020603050405020304" pitchFamily="18" charset="0"/>
                        </a:rPr>
                        <a:t>Limited model complexity and focused mainly on yield estimation.</a:t>
                      </a:r>
                      <a:endParaRPr lang="en-IN"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478529045"/>
                  </a:ext>
                </a:extLst>
              </a:tr>
            </a:tbl>
          </a:graphicData>
        </a:graphic>
      </p:graphicFrame>
    </p:spTree>
    <p:extLst>
      <p:ext uri="{BB962C8B-B14F-4D97-AF65-F5344CB8AC3E}">
        <p14:creationId xmlns:p14="http://schemas.microsoft.com/office/powerpoint/2010/main" val="18268185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B9B0AD1-699B-229E-45DC-E15219A6D070}"/>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t>11</a:t>
            </a:fld>
            <a:endParaRPr lang="en"/>
          </a:p>
        </p:txBody>
      </p:sp>
      <p:sp>
        <p:nvSpPr>
          <p:cNvPr id="3" name="Title 2">
            <a:extLst>
              <a:ext uri="{FF2B5EF4-FFF2-40B4-BE49-F238E27FC236}">
                <a16:creationId xmlns:a16="http://schemas.microsoft.com/office/drawing/2014/main" id="{69542C04-CE9E-3D08-46F8-4CE77A70684B}"/>
              </a:ext>
            </a:extLst>
          </p:cNvPr>
          <p:cNvSpPr>
            <a:spLocks noGrp="1"/>
          </p:cNvSpPr>
          <p:nvPr>
            <p:ph type="title"/>
          </p:nvPr>
        </p:nvSpPr>
        <p:spPr>
          <a:xfrm>
            <a:off x="445650" y="599613"/>
            <a:ext cx="7704000" cy="572700"/>
          </a:xfrm>
        </p:spPr>
        <p:txBody>
          <a:bodyPr/>
          <a:lstStyle/>
          <a:p>
            <a:pPr algn="ctr"/>
            <a:r>
              <a:rPr lang="en-IN" dirty="0">
                <a:solidFill>
                  <a:srgbClr val="000000"/>
                </a:solidFill>
                <a:latin typeface="Times New Roman" panose="02020603050405020304" pitchFamily="18" charset="0"/>
                <a:cs typeface="Times New Roman" panose="02020603050405020304" pitchFamily="18" charset="0"/>
              </a:rPr>
              <a:t>Identified Research Gaps</a:t>
            </a:r>
          </a:p>
        </p:txBody>
      </p:sp>
      <p:sp>
        <p:nvSpPr>
          <p:cNvPr id="4" name="Rectangle 1">
            <a:extLst>
              <a:ext uri="{FF2B5EF4-FFF2-40B4-BE49-F238E27FC236}">
                <a16:creationId xmlns:a16="http://schemas.microsoft.com/office/drawing/2014/main" id="{ADB5D931-2D00-B6C8-B891-061D39F92EA1}"/>
              </a:ext>
            </a:extLst>
          </p:cNvPr>
          <p:cNvSpPr>
            <a:spLocks noChangeArrowheads="1"/>
          </p:cNvSpPr>
          <p:nvPr/>
        </p:nvSpPr>
        <p:spPr bwMode="auto">
          <a:xfrm>
            <a:off x="262468" y="1300171"/>
            <a:ext cx="8762999"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i="0" u="none" strike="noStrike" cap="none" normalizeH="0" baseline="0" dirty="0">
                <a:ln>
                  <a:noFill/>
                </a:ln>
                <a:effectLst/>
                <a:latin typeface="Times New Roman" panose="02020603050405020304" pitchFamily="18" charset="0"/>
                <a:cs typeface="Times New Roman" panose="02020603050405020304" pitchFamily="18" charset="0"/>
              </a:rPr>
              <a:t>Most existing smart agriculture systems depend on sensors, drones, or field devices, which are expensive and hard to deploy everywhere.</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600" i="0" u="none" strike="noStrike" cap="none" normalizeH="0" baseline="0" dirty="0">
              <a:ln>
                <a:noFill/>
              </a:ln>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i="0" u="none" strike="noStrike" cap="none" normalizeH="0" baseline="0" dirty="0">
                <a:ln>
                  <a:noFill/>
                </a:ln>
                <a:effectLst/>
                <a:latin typeface="Times New Roman" panose="02020603050405020304" pitchFamily="18" charset="0"/>
                <a:cs typeface="Times New Roman" panose="02020603050405020304" pitchFamily="18" charset="0"/>
              </a:rPr>
              <a:t>Many studies focus on only a single task such as irrigation or yield prediction, instead of providing complete decision support.</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600" i="0" u="none" strike="noStrike" cap="none" normalizeH="0" baseline="0" dirty="0">
              <a:ln>
                <a:noFill/>
              </a:ln>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i="0" u="none" strike="noStrike" cap="none" normalizeH="0" baseline="0" dirty="0">
                <a:ln>
                  <a:noFill/>
                </a:ln>
                <a:effectLst/>
                <a:latin typeface="Times New Roman" panose="02020603050405020304" pitchFamily="18" charset="0"/>
                <a:cs typeface="Times New Roman" panose="02020603050405020304" pitchFamily="18" charset="0"/>
              </a:rPr>
              <a:t>Several approaches ignore long-term climate effects and rely mainly on short-term or field-level data.</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600" i="0" u="none" strike="noStrike" cap="none" normalizeH="0" baseline="0" dirty="0">
              <a:ln>
                <a:noFill/>
              </a:ln>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i="0" u="none" strike="noStrike" cap="none" normalizeH="0" baseline="0" dirty="0">
                <a:ln>
                  <a:noFill/>
                </a:ln>
                <a:effectLst/>
                <a:latin typeface="Times New Roman" panose="02020603050405020304" pitchFamily="18" charset="0"/>
                <a:cs typeface="Times New Roman" panose="02020603050405020304" pitchFamily="18" charset="0"/>
              </a:rPr>
              <a:t>Field-level data required by many models is often unavailable in rural or data-scarce regions.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600" i="0" u="none" strike="noStrike" cap="none" normalizeH="0" baseline="0" dirty="0">
              <a:ln>
                <a:noFill/>
              </a:ln>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i="0" u="none" strike="noStrike" cap="none" normalizeH="0" baseline="0" dirty="0">
                <a:ln>
                  <a:noFill/>
                </a:ln>
                <a:effectLst/>
                <a:latin typeface="Times New Roman" panose="02020603050405020304" pitchFamily="18" charset="0"/>
                <a:cs typeface="Times New Roman" panose="02020603050405020304" pitchFamily="18" charset="0"/>
              </a:rPr>
              <a:t>Due to high cost and data dependency, advanced models are not suitable for small or resource-limited farmers.</a:t>
            </a:r>
          </a:p>
        </p:txBody>
      </p:sp>
    </p:spTree>
    <p:extLst>
      <p:ext uri="{BB962C8B-B14F-4D97-AF65-F5344CB8AC3E}">
        <p14:creationId xmlns:p14="http://schemas.microsoft.com/office/powerpoint/2010/main" val="31175724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612478B-F92B-028C-FDFB-A29ED725F35D}"/>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t>12</a:t>
            </a:fld>
            <a:endParaRPr lang="en"/>
          </a:p>
        </p:txBody>
      </p:sp>
      <p:sp>
        <p:nvSpPr>
          <p:cNvPr id="3" name="Title 2">
            <a:extLst>
              <a:ext uri="{FF2B5EF4-FFF2-40B4-BE49-F238E27FC236}">
                <a16:creationId xmlns:a16="http://schemas.microsoft.com/office/drawing/2014/main" id="{BFB70101-F602-A467-60EA-B2167C6033C8}"/>
              </a:ext>
            </a:extLst>
          </p:cNvPr>
          <p:cNvSpPr>
            <a:spLocks noGrp="1"/>
          </p:cNvSpPr>
          <p:nvPr>
            <p:ph type="title"/>
          </p:nvPr>
        </p:nvSpPr>
        <p:spPr>
          <a:xfrm>
            <a:off x="511055" y="370489"/>
            <a:ext cx="8133412" cy="572700"/>
          </a:xfrm>
        </p:spPr>
        <p:txBody>
          <a:bodyPr/>
          <a:lstStyle/>
          <a:p>
            <a:pPr algn="ctr"/>
            <a:r>
              <a:rPr lang="en-US" dirty="0">
                <a:solidFill>
                  <a:srgbClr val="000000"/>
                </a:solidFill>
                <a:latin typeface="Times New Roman" panose="02020603050405020304" pitchFamily="18" charset="0"/>
                <a:cs typeface="Times New Roman" panose="02020603050405020304" pitchFamily="18" charset="0"/>
              </a:rPr>
              <a:t>Proposed Solution to Address the Gaps</a:t>
            </a:r>
            <a:endParaRPr lang="en-IN" dirty="0">
              <a:solidFill>
                <a:srgbClr val="000000"/>
              </a:solidFill>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A79182E6-BCEB-3938-3A65-D00D9F4C1E8E}"/>
              </a:ext>
            </a:extLst>
          </p:cNvPr>
          <p:cNvSpPr>
            <a:spLocks noGrp="1" noChangeArrowheads="1"/>
          </p:cNvSpPr>
          <p:nvPr>
            <p:ph type="body" idx="1"/>
          </p:nvPr>
        </p:nvSpPr>
        <p:spPr bwMode="auto">
          <a:xfrm>
            <a:off x="388409" y="1063445"/>
            <a:ext cx="8637058"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Uses only publicly available climate data, so no sensors or drones are required.</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60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Analyzes daily, weekly, and monthly weather data to capture both short-term stress and long-term climate effects.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60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Uses a single multi-task machine learning model to predict crop condition, crop stress, and irrigation needs together.</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60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Provides complete decision support, instead of focusing on only one task.</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60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Applies rule-based climate indices when real field data is not available.</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60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The system is simple, interpretable, low-cost, and scalable, making it suitable for resource-limited regions.</a:t>
            </a:r>
          </a:p>
        </p:txBody>
      </p:sp>
    </p:spTree>
    <p:extLst>
      <p:ext uri="{BB962C8B-B14F-4D97-AF65-F5344CB8AC3E}">
        <p14:creationId xmlns:p14="http://schemas.microsoft.com/office/powerpoint/2010/main" val="12626675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6C08A06-683C-0B98-DF5D-9AF2F3EEFF4B}"/>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t>13</a:t>
            </a:fld>
            <a:endParaRPr lang="en"/>
          </a:p>
        </p:txBody>
      </p:sp>
      <p:sp>
        <p:nvSpPr>
          <p:cNvPr id="3" name="Title 2">
            <a:extLst>
              <a:ext uri="{FF2B5EF4-FFF2-40B4-BE49-F238E27FC236}">
                <a16:creationId xmlns:a16="http://schemas.microsoft.com/office/drawing/2014/main" id="{9DA0643F-5554-C2F7-A4C8-1CE0A5A7D626}"/>
              </a:ext>
            </a:extLst>
          </p:cNvPr>
          <p:cNvSpPr>
            <a:spLocks noGrp="1"/>
          </p:cNvSpPr>
          <p:nvPr>
            <p:ph type="title"/>
          </p:nvPr>
        </p:nvSpPr>
        <p:spPr/>
        <p:txBody>
          <a:bodyPr/>
          <a:lstStyle/>
          <a:p>
            <a:pPr algn="ctr"/>
            <a:r>
              <a:rPr lang="en-US" dirty="0">
                <a:solidFill>
                  <a:srgbClr val="000000"/>
                </a:solidFill>
                <a:latin typeface="Times New Roman" panose="02020603050405020304" pitchFamily="18" charset="0"/>
                <a:cs typeface="Times New Roman" panose="02020603050405020304" pitchFamily="18" charset="0"/>
              </a:rPr>
              <a:t>Methodology</a:t>
            </a:r>
            <a:endParaRPr lang="en-IN" dirty="0">
              <a:solidFill>
                <a:srgbClr val="000000"/>
              </a:solidFill>
              <a:latin typeface="Times New Roman" panose="02020603050405020304" pitchFamily="18" charset="0"/>
              <a:cs typeface="Times New Roman" panose="02020603050405020304" pitchFamily="18" charset="0"/>
            </a:endParaRPr>
          </a:p>
        </p:txBody>
      </p:sp>
      <p:sp>
        <p:nvSpPr>
          <p:cNvPr id="4" name="Text Placeholder 3">
            <a:extLst>
              <a:ext uri="{FF2B5EF4-FFF2-40B4-BE49-F238E27FC236}">
                <a16:creationId xmlns:a16="http://schemas.microsoft.com/office/drawing/2014/main" id="{F22670FA-08AD-FB8F-E29F-96237AA78645}"/>
              </a:ext>
            </a:extLst>
          </p:cNvPr>
          <p:cNvSpPr>
            <a:spLocks noGrp="1"/>
          </p:cNvSpPr>
          <p:nvPr>
            <p:ph type="body" idx="1"/>
          </p:nvPr>
        </p:nvSpPr>
        <p:spPr/>
        <p:txBody>
          <a:bodyPr/>
          <a:lstStyle/>
          <a:p>
            <a:pPr marL="177800" indent="0" algn="just">
              <a:lnSpc>
                <a:spcPct val="150000"/>
              </a:lnSpc>
              <a:buNone/>
            </a:pPr>
            <a:r>
              <a:rPr lang="en-US" sz="1600" dirty="0">
                <a:solidFill>
                  <a:srgbClr val="000000"/>
                </a:solidFill>
                <a:latin typeface="Times New Roman" panose="02020603050405020304" pitchFamily="18" charset="0"/>
                <a:cs typeface="Times New Roman" panose="02020603050405020304" pitchFamily="18" charset="0"/>
              </a:rPr>
              <a:t>In this project, publicly available climate data such as temperature, rainfall, and soil moisture is used to support agricultural decision-making. The data is analyzed in daily, weekly, and monthly formats to capture both short-term and long-term climate effects. A rule-based Agriculture Condition Level Index (ACLI) is calculated to classify land into poor, moderate, and good conditions. Decision Tree and Gradient Boosting models are then used to predict crop condition, climate stress, and irrigation needs without relying on sensors or soil testing, making the system low-cost and suitable for resource-limited regions.</a:t>
            </a:r>
            <a:endParaRPr lang="en-IN" sz="1600"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606405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0511867-6112-899E-AA6C-36C73C4B591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14</a:t>
            </a:fld>
            <a:endParaRPr lang="en"/>
          </a:p>
        </p:txBody>
      </p:sp>
      <p:sp>
        <p:nvSpPr>
          <p:cNvPr id="3" name="Slide Number Placeholder 2">
            <a:extLst>
              <a:ext uri="{FF2B5EF4-FFF2-40B4-BE49-F238E27FC236}">
                <a16:creationId xmlns:a16="http://schemas.microsoft.com/office/drawing/2014/main" id="{FFE62623-0B74-11A7-4B6E-3C5CB03A7AC6}"/>
              </a:ext>
            </a:extLst>
          </p:cNvPr>
          <p:cNvSpPr>
            <a:spLocks noGrp="1"/>
          </p:cNvSpPr>
          <p:nvPr>
            <p:ph type="sldNum" idx="2"/>
          </p:nvPr>
        </p:nvSpPr>
        <p:spPr/>
        <p:txBody>
          <a:bodyPr/>
          <a:lstStyle/>
          <a:p>
            <a:pPr marL="0" lvl="0" indent="0" algn="ctr" rtl="0">
              <a:spcBef>
                <a:spcPts val="0"/>
              </a:spcBef>
              <a:spcAft>
                <a:spcPts val="0"/>
              </a:spcAft>
              <a:buNone/>
            </a:pPr>
            <a:fld id="{00000000-1234-1234-1234-123412341234}" type="slidenum">
              <a:rPr lang="en" smtClean="0"/>
              <a:t>14</a:t>
            </a:fld>
            <a:endParaRPr lang="en"/>
          </a:p>
        </p:txBody>
      </p:sp>
      <p:pic>
        <p:nvPicPr>
          <p:cNvPr id="5" name="Picture 4">
            <a:extLst>
              <a:ext uri="{FF2B5EF4-FFF2-40B4-BE49-F238E27FC236}">
                <a16:creationId xmlns:a16="http://schemas.microsoft.com/office/drawing/2014/main" id="{FDF14ECD-55C8-0C7F-6C5E-CC8011CA6950}"/>
              </a:ext>
            </a:extLst>
          </p:cNvPr>
          <p:cNvPicPr>
            <a:picLocks noChangeAspect="1"/>
          </p:cNvPicPr>
          <p:nvPr/>
        </p:nvPicPr>
        <p:blipFill>
          <a:blip r:embed="rId2"/>
          <a:srcRect/>
          <a:stretch/>
        </p:blipFill>
        <p:spPr>
          <a:xfrm>
            <a:off x="2310494" y="458158"/>
            <a:ext cx="4327070" cy="4291693"/>
          </a:xfrm>
          <a:prstGeom prst="rect">
            <a:avLst/>
          </a:prstGeom>
        </p:spPr>
      </p:pic>
    </p:spTree>
    <p:extLst>
      <p:ext uri="{BB962C8B-B14F-4D97-AF65-F5344CB8AC3E}">
        <p14:creationId xmlns:p14="http://schemas.microsoft.com/office/powerpoint/2010/main" val="19336052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6F2910D-71D7-4991-2DD8-52176CD8B9F9}"/>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t>15</a:t>
            </a:fld>
            <a:endParaRPr lang="en"/>
          </a:p>
        </p:txBody>
      </p:sp>
      <p:sp>
        <p:nvSpPr>
          <p:cNvPr id="3" name="Title 2">
            <a:extLst>
              <a:ext uri="{FF2B5EF4-FFF2-40B4-BE49-F238E27FC236}">
                <a16:creationId xmlns:a16="http://schemas.microsoft.com/office/drawing/2014/main" id="{5C5AF81C-0DA5-C17D-4E06-D54A7F44658C}"/>
              </a:ext>
            </a:extLst>
          </p:cNvPr>
          <p:cNvSpPr>
            <a:spLocks noGrp="1"/>
          </p:cNvSpPr>
          <p:nvPr>
            <p:ph type="title"/>
          </p:nvPr>
        </p:nvSpPr>
        <p:spPr/>
        <p:txBody>
          <a:bodyPr/>
          <a:lstStyle/>
          <a:p>
            <a:pPr algn="ctr"/>
            <a:r>
              <a:rPr lang="en-IN" dirty="0">
                <a:solidFill>
                  <a:srgbClr val="000000"/>
                </a:solidFill>
                <a:latin typeface="Times New Roman" panose="02020603050405020304" pitchFamily="18" charset="0"/>
                <a:cs typeface="Times New Roman" panose="02020603050405020304" pitchFamily="18" charset="0"/>
              </a:rPr>
              <a:t>Dataset Overview</a:t>
            </a:r>
          </a:p>
        </p:txBody>
      </p:sp>
      <p:sp>
        <p:nvSpPr>
          <p:cNvPr id="5" name="Rectangle 1">
            <a:extLst>
              <a:ext uri="{FF2B5EF4-FFF2-40B4-BE49-F238E27FC236}">
                <a16:creationId xmlns:a16="http://schemas.microsoft.com/office/drawing/2014/main" id="{85445E6B-3C7C-F67A-FA9A-6D558B532375}"/>
              </a:ext>
            </a:extLst>
          </p:cNvPr>
          <p:cNvSpPr>
            <a:spLocks noGrp="1" noChangeArrowheads="1"/>
          </p:cNvSpPr>
          <p:nvPr>
            <p:ph type="body" idx="1"/>
          </p:nvPr>
        </p:nvSpPr>
        <p:spPr bwMode="auto">
          <a:xfrm>
            <a:off x="565679" y="1131553"/>
            <a:ext cx="8283575" cy="32932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Daily weather data collected from the NASA POWER database.</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60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Data period covers 2015 to 2024.</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60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Data is location-specific, based on latitude and longitude of the agricultural region.</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60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Includes key climate parameters such as rainfall, land surface temperature, root zone soil moisture, and surface soil wetness.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60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Derived indices like Irrigation Index, Crop Index, and Agricultural Climate Load Index (ACLI) are calculated.</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60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These indices are used to assess climate stress and land suitability for agriculture.</a:t>
            </a:r>
          </a:p>
        </p:txBody>
      </p:sp>
    </p:spTree>
    <p:extLst>
      <p:ext uri="{BB962C8B-B14F-4D97-AF65-F5344CB8AC3E}">
        <p14:creationId xmlns:p14="http://schemas.microsoft.com/office/powerpoint/2010/main" val="40593992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A41F129-AB1E-BF96-8D63-D6A7CB2478BA}"/>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t>16</a:t>
            </a:fld>
            <a:endParaRPr lang="en"/>
          </a:p>
        </p:txBody>
      </p:sp>
      <p:sp>
        <p:nvSpPr>
          <p:cNvPr id="3" name="Title 2">
            <a:extLst>
              <a:ext uri="{FF2B5EF4-FFF2-40B4-BE49-F238E27FC236}">
                <a16:creationId xmlns:a16="http://schemas.microsoft.com/office/drawing/2014/main" id="{76B86018-64C6-F68C-FF43-1867236DA51D}"/>
              </a:ext>
            </a:extLst>
          </p:cNvPr>
          <p:cNvSpPr>
            <a:spLocks noGrp="1"/>
          </p:cNvSpPr>
          <p:nvPr>
            <p:ph type="title"/>
          </p:nvPr>
        </p:nvSpPr>
        <p:spPr>
          <a:xfrm>
            <a:off x="720000" y="624665"/>
            <a:ext cx="7704000" cy="572700"/>
          </a:xfrm>
        </p:spPr>
        <p:txBody>
          <a:bodyPr/>
          <a:lstStyle/>
          <a:p>
            <a:pPr algn="ctr"/>
            <a:r>
              <a:rPr lang="en-IN" sz="3200" dirty="0">
                <a:solidFill>
                  <a:srgbClr val="000000"/>
                </a:solidFill>
                <a:latin typeface="Times New Roman" panose="02020603050405020304" pitchFamily="18" charset="0"/>
                <a:cs typeface="Times New Roman" panose="02020603050405020304" pitchFamily="18" charset="0"/>
              </a:rPr>
              <a:t>Decision Tree – Overview</a:t>
            </a:r>
            <a:endParaRPr lang="en-US" sz="3200" dirty="0">
              <a:solidFill>
                <a:srgbClr val="000000"/>
              </a:solidFill>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A7790090-21CE-8C5A-C77D-808C00C18B34}"/>
              </a:ext>
            </a:extLst>
          </p:cNvPr>
          <p:cNvSpPr>
            <a:spLocks noGrp="1" noChangeArrowheads="1"/>
          </p:cNvSpPr>
          <p:nvPr>
            <p:ph type="body" idx="1"/>
          </p:nvPr>
        </p:nvSpPr>
        <p:spPr bwMode="auto">
          <a:xfrm>
            <a:off x="720725" y="1431718"/>
            <a:ext cx="6540573" cy="2800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A Decision Tree is a machine learning model based on if–else conditions.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60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It splits data into branches using input feature values.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60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Easy to understand and visualize.</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60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Works well with structured climate data.</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60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Helps identify important features influencing the output.</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60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Suitable as a baseline model for comparison.</a:t>
            </a:r>
          </a:p>
        </p:txBody>
      </p:sp>
    </p:spTree>
    <p:extLst>
      <p:ext uri="{BB962C8B-B14F-4D97-AF65-F5344CB8AC3E}">
        <p14:creationId xmlns:p14="http://schemas.microsoft.com/office/powerpoint/2010/main" val="28234214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D31B850-C6FD-4A16-9DCC-C2DDCA022362}"/>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t>17</a:t>
            </a:fld>
            <a:endParaRPr lang="en"/>
          </a:p>
        </p:txBody>
      </p:sp>
      <p:sp>
        <p:nvSpPr>
          <p:cNvPr id="3" name="Title 2">
            <a:extLst>
              <a:ext uri="{FF2B5EF4-FFF2-40B4-BE49-F238E27FC236}">
                <a16:creationId xmlns:a16="http://schemas.microsoft.com/office/drawing/2014/main" id="{580FD7DF-0536-7CCD-6A1F-0CDA06D6050C}"/>
              </a:ext>
            </a:extLst>
          </p:cNvPr>
          <p:cNvSpPr>
            <a:spLocks noGrp="1"/>
          </p:cNvSpPr>
          <p:nvPr>
            <p:ph type="title"/>
          </p:nvPr>
        </p:nvSpPr>
        <p:spPr>
          <a:xfrm>
            <a:off x="720725" y="600146"/>
            <a:ext cx="7704000" cy="572700"/>
          </a:xfrm>
        </p:spPr>
        <p:txBody>
          <a:bodyPr/>
          <a:lstStyle/>
          <a:p>
            <a:pPr algn="ctr"/>
            <a:r>
              <a:rPr lang="en-US" dirty="0">
                <a:solidFill>
                  <a:srgbClr val="000000"/>
                </a:solidFill>
                <a:latin typeface="Times New Roman" panose="02020603050405020304" pitchFamily="18" charset="0"/>
                <a:cs typeface="Times New Roman" panose="02020603050405020304" pitchFamily="18" charset="0"/>
              </a:rPr>
              <a:t>Decision Tree – Role in Our Project</a:t>
            </a:r>
            <a:endParaRPr lang="en-IN" dirty="0">
              <a:solidFill>
                <a:srgbClr val="000000"/>
              </a:solidFill>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7362934F-C1A1-BD3C-F04D-B240A9C58D25}"/>
              </a:ext>
            </a:extLst>
          </p:cNvPr>
          <p:cNvSpPr>
            <a:spLocks noChangeArrowheads="1"/>
          </p:cNvSpPr>
          <p:nvPr/>
        </p:nvSpPr>
        <p:spPr bwMode="auto">
          <a:xfrm>
            <a:off x="754349" y="1397670"/>
            <a:ext cx="7086601" cy="2800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i="0" u="none" strike="noStrike" cap="none" normalizeH="0" baseline="0" dirty="0">
                <a:ln>
                  <a:noFill/>
                </a:ln>
                <a:effectLst/>
                <a:latin typeface="Times New Roman" panose="02020603050405020304" pitchFamily="18" charset="0"/>
                <a:cs typeface="Times New Roman" panose="02020603050405020304" pitchFamily="18" charset="0"/>
              </a:rPr>
              <a:t>Used as the baseline model in our system.</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600" i="0" u="none" strike="noStrike" cap="none" normalizeH="0" baseline="0" dirty="0">
              <a:ln>
                <a:noFill/>
              </a:ln>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i="0" u="none" strike="noStrike" cap="none" normalizeH="0" baseline="0" dirty="0">
                <a:ln>
                  <a:noFill/>
                </a:ln>
                <a:effectLst/>
                <a:latin typeface="Times New Roman" panose="02020603050405020304" pitchFamily="18" charset="0"/>
                <a:cs typeface="Times New Roman" panose="02020603050405020304" pitchFamily="18" charset="0"/>
              </a:rPr>
              <a:t>Learns relationships between climate variables and land condition.</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600" i="0" u="none" strike="noStrike" cap="none" normalizeH="0" baseline="0" dirty="0">
              <a:ln>
                <a:noFill/>
              </a:ln>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i="0" u="none" strike="noStrike" cap="none" normalizeH="0" baseline="0" dirty="0">
                <a:ln>
                  <a:noFill/>
                </a:ln>
                <a:effectLst/>
                <a:latin typeface="Times New Roman" panose="02020603050405020304" pitchFamily="18" charset="0"/>
                <a:cs typeface="Times New Roman" panose="02020603050405020304" pitchFamily="18" charset="0"/>
              </a:rPr>
              <a:t>Helps analyze the effect of individual climate factors.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600" i="0" u="none" strike="noStrike" cap="none" normalizeH="0" baseline="0" dirty="0">
              <a:ln>
                <a:noFill/>
              </a:ln>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i="0" u="none" strike="noStrike" cap="none" normalizeH="0" baseline="0" dirty="0">
                <a:ln>
                  <a:noFill/>
                </a:ln>
                <a:effectLst/>
                <a:latin typeface="Times New Roman" panose="02020603050405020304" pitchFamily="18" charset="0"/>
                <a:cs typeface="Times New Roman" panose="02020603050405020304" pitchFamily="18" charset="0"/>
              </a:rPr>
              <a:t>Generates transparent decision rules.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600" i="0" u="none" strike="noStrike" cap="none" normalizeH="0" baseline="0" dirty="0">
              <a:ln>
                <a:noFill/>
              </a:ln>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i="0" u="none" strike="noStrike" cap="none" normalizeH="0" baseline="0" dirty="0">
                <a:ln>
                  <a:noFill/>
                </a:ln>
                <a:effectLst/>
                <a:latin typeface="Times New Roman" panose="02020603050405020304" pitchFamily="18" charset="0"/>
                <a:cs typeface="Times New Roman" panose="02020603050405020304" pitchFamily="18" charset="0"/>
              </a:rPr>
              <a:t>Useful for explaining model decisions in simple terms.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600" i="0" u="none" strike="noStrike" cap="none" normalizeH="0" baseline="0" dirty="0">
              <a:ln>
                <a:noFill/>
              </a:ln>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i="0" u="none" strike="noStrike" cap="none" normalizeH="0" baseline="0" dirty="0">
                <a:ln>
                  <a:noFill/>
                </a:ln>
                <a:effectLst/>
                <a:latin typeface="Times New Roman" panose="02020603050405020304" pitchFamily="18" charset="0"/>
                <a:cs typeface="Times New Roman" panose="02020603050405020304" pitchFamily="18" charset="0"/>
              </a:rPr>
              <a:t>Supports initial agricultural decision analysis.</a:t>
            </a:r>
          </a:p>
        </p:txBody>
      </p:sp>
    </p:spTree>
    <p:extLst>
      <p:ext uri="{BB962C8B-B14F-4D97-AF65-F5344CB8AC3E}">
        <p14:creationId xmlns:p14="http://schemas.microsoft.com/office/powerpoint/2010/main" val="32116959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9EDC554-390C-0F6A-B67C-422BE6D8D986}"/>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t>18</a:t>
            </a:fld>
            <a:endParaRPr lang="en"/>
          </a:p>
        </p:txBody>
      </p:sp>
      <p:sp>
        <p:nvSpPr>
          <p:cNvPr id="3" name="Title 2">
            <a:extLst>
              <a:ext uri="{FF2B5EF4-FFF2-40B4-BE49-F238E27FC236}">
                <a16:creationId xmlns:a16="http://schemas.microsoft.com/office/drawing/2014/main" id="{6F826AF2-8170-9305-C5E7-098FC6D7B883}"/>
              </a:ext>
            </a:extLst>
          </p:cNvPr>
          <p:cNvSpPr>
            <a:spLocks noGrp="1"/>
          </p:cNvSpPr>
          <p:nvPr>
            <p:ph type="title"/>
          </p:nvPr>
        </p:nvSpPr>
        <p:spPr>
          <a:xfrm>
            <a:off x="866958" y="568303"/>
            <a:ext cx="7704000" cy="572700"/>
          </a:xfrm>
        </p:spPr>
        <p:txBody>
          <a:bodyPr/>
          <a:lstStyle/>
          <a:p>
            <a:pPr algn="ctr"/>
            <a:r>
              <a:rPr lang="en-IN" dirty="0">
                <a:solidFill>
                  <a:srgbClr val="000000"/>
                </a:solidFill>
                <a:latin typeface="Times New Roman" panose="02020603050405020304" pitchFamily="18" charset="0"/>
                <a:cs typeface="Times New Roman" panose="02020603050405020304" pitchFamily="18" charset="0"/>
              </a:rPr>
              <a:t>Gradient Boosting – Overview</a:t>
            </a:r>
          </a:p>
        </p:txBody>
      </p:sp>
      <p:sp>
        <p:nvSpPr>
          <p:cNvPr id="4" name="Rectangle 1">
            <a:extLst>
              <a:ext uri="{FF2B5EF4-FFF2-40B4-BE49-F238E27FC236}">
                <a16:creationId xmlns:a16="http://schemas.microsoft.com/office/drawing/2014/main" id="{522C495D-31FF-04D4-FF62-7F6AFE2840AC}"/>
              </a:ext>
            </a:extLst>
          </p:cNvPr>
          <p:cNvSpPr>
            <a:spLocks noGrp="1" noChangeArrowheads="1"/>
          </p:cNvSpPr>
          <p:nvPr>
            <p:ph type="body" idx="1"/>
          </p:nvPr>
        </p:nvSpPr>
        <p:spPr bwMode="auto">
          <a:xfrm>
            <a:off x="777422" y="1391124"/>
            <a:ext cx="5165197" cy="2800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Gradient Boosting is an ensemble learning technique.</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60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Combines multiple weak models to form a strong model.</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60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Learns from errors made by previous models.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60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Handles complex and non-linear data patterns.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60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Provides higher accuracy than single models.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60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Performs well with large and multi-temporal datasets.</a:t>
            </a:r>
          </a:p>
        </p:txBody>
      </p:sp>
    </p:spTree>
    <p:extLst>
      <p:ext uri="{BB962C8B-B14F-4D97-AF65-F5344CB8AC3E}">
        <p14:creationId xmlns:p14="http://schemas.microsoft.com/office/powerpoint/2010/main" val="10457402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22F4BC9-B376-C6FB-49A5-93ED7DE8CB6E}"/>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t>19</a:t>
            </a:fld>
            <a:endParaRPr lang="en"/>
          </a:p>
        </p:txBody>
      </p:sp>
      <p:sp>
        <p:nvSpPr>
          <p:cNvPr id="3" name="Title 2">
            <a:extLst>
              <a:ext uri="{FF2B5EF4-FFF2-40B4-BE49-F238E27FC236}">
                <a16:creationId xmlns:a16="http://schemas.microsoft.com/office/drawing/2014/main" id="{972F90E7-32ED-D29D-8B51-159FF8D3BCF8}"/>
              </a:ext>
            </a:extLst>
          </p:cNvPr>
          <p:cNvSpPr>
            <a:spLocks noGrp="1"/>
          </p:cNvSpPr>
          <p:nvPr>
            <p:ph type="title"/>
          </p:nvPr>
        </p:nvSpPr>
        <p:spPr>
          <a:xfrm>
            <a:off x="720000" y="539111"/>
            <a:ext cx="7704000" cy="572700"/>
          </a:xfrm>
        </p:spPr>
        <p:txBody>
          <a:bodyPr/>
          <a:lstStyle/>
          <a:p>
            <a:pPr algn="ctr"/>
            <a:r>
              <a:rPr lang="en-US" dirty="0">
                <a:solidFill>
                  <a:srgbClr val="000000"/>
                </a:solidFill>
                <a:latin typeface="Times New Roman" panose="02020603050405020304" pitchFamily="18" charset="0"/>
                <a:cs typeface="Times New Roman" panose="02020603050405020304" pitchFamily="18" charset="0"/>
              </a:rPr>
              <a:t>Gradient Boosting – Role in Our Project</a:t>
            </a:r>
            <a:endParaRPr lang="en-IN" dirty="0">
              <a:solidFill>
                <a:srgbClr val="000000"/>
              </a:solidFill>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B06321D9-E586-5EBC-97FE-405A8509C23A}"/>
              </a:ext>
            </a:extLst>
          </p:cNvPr>
          <p:cNvSpPr>
            <a:spLocks noGrp="1" noChangeArrowheads="1"/>
          </p:cNvSpPr>
          <p:nvPr>
            <p:ph type="body" idx="1"/>
          </p:nvPr>
        </p:nvSpPr>
        <p:spPr bwMode="auto">
          <a:xfrm>
            <a:off x="720000" y="1341910"/>
            <a:ext cx="5479385" cy="2800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Used to improve prediction accuracy and reliability.</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60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Handles daily, weekly, and monthly climate data effectively.</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60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Captures complex interactions among climate variables.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60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Provides stable predictions across different seasons.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60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Supports accurate assessment of crop condition and stress.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60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Enables reliable agricultural decision support.</a:t>
            </a:r>
          </a:p>
        </p:txBody>
      </p:sp>
    </p:spTree>
    <p:extLst>
      <p:ext uri="{BB962C8B-B14F-4D97-AF65-F5344CB8AC3E}">
        <p14:creationId xmlns:p14="http://schemas.microsoft.com/office/powerpoint/2010/main" val="34024929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A611064-BD74-9CE5-1A21-4F239D9A376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20</a:t>
            </a:fld>
            <a:endParaRPr lang="en"/>
          </a:p>
        </p:txBody>
      </p:sp>
      <p:sp>
        <p:nvSpPr>
          <p:cNvPr id="3" name="Slide Number Placeholder 2">
            <a:extLst>
              <a:ext uri="{FF2B5EF4-FFF2-40B4-BE49-F238E27FC236}">
                <a16:creationId xmlns:a16="http://schemas.microsoft.com/office/drawing/2014/main" id="{CD06827C-FF8F-A68B-913D-15F3D35C261B}"/>
              </a:ext>
            </a:extLst>
          </p:cNvPr>
          <p:cNvSpPr>
            <a:spLocks noGrp="1"/>
          </p:cNvSpPr>
          <p:nvPr>
            <p:ph type="sldNum" idx="2"/>
          </p:nvPr>
        </p:nvSpPr>
        <p:spPr/>
        <p:txBody>
          <a:bodyPr/>
          <a:lstStyle/>
          <a:p>
            <a:pPr marL="0" lvl="0" indent="0" algn="ctr" rtl="0">
              <a:spcBef>
                <a:spcPts val="0"/>
              </a:spcBef>
              <a:spcAft>
                <a:spcPts val="0"/>
              </a:spcAft>
              <a:buNone/>
            </a:pPr>
            <a:fld id="{00000000-1234-1234-1234-123412341234}" type="slidenum">
              <a:rPr lang="en" smtClean="0"/>
              <a:t>20</a:t>
            </a:fld>
            <a:endParaRPr lang="en"/>
          </a:p>
        </p:txBody>
      </p:sp>
      <p:pic>
        <p:nvPicPr>
          <p:cNvPr id="4" name="Picture 3">
            <a:extLst>
              <a:ext uri="{FF2B5EF4-FFF2-40B4-BE49-F238E27FC236}">
                <a16:creationId xmlns:a16="http://schemas.microsoft.com/office/drawing/2014/main" id="{426675CD-6B10-E292-BB08-127ADF1C7D8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4833" y="1573892"/>
            <a:ext cx="3399338" cy="2959100"/>
          </a:xfrm>
          <a:prstGeom prst="rect">
            <a:avLst/>
          </a:prstGeom>
        </p:spPr>
      </p:pic>
      <p:pic>
        <p:nvPicPr>
          <p:cNvPr id="5" name="Picture 4">
            <a:extLst>
              <a:ext uri="{FF2B5EF4-FFF2-40B4-BE49-F238E27FC236}">
                <a16:creationId xmlns:a16="http://schemas.microsoft.com/office/drawing/2014/main" id="{DA4FCF7C-A97F-0812-F69F-AD18E27DFE4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72001" y="1573892"/>
            <a:ext cx="3753780" cy="2959100"/>
          </a:xfrm>
          <a:prstGeom prst="rect">
            <a:avLst/>
          </a:prstGeom>
        </p:spPr>
      </p:pic>
      <p:sp>
        <p:nvSpPr>
          <p:cNvPr id="7" name="TextBox 6">
            <a:extLst>
              <a:ext uri="{FF2B5EF4-FFF2-40B4-BE49-F238E27FC236}">
                <a16:creationId xmlns:a16="http://schemas.microsoft.com/office/drawing/2014/main" id="{2CE87BF9-0DFD-FF09-1264-59D8968DA95C}"/>
              </a:ext>
            </a:extLst>
          </p:cNvPr>
          <p:cNvSpPr txBox="1"/>
          <p:nvPr/>
        </p:nvSpPr>
        <p:spPr>
          <a:xfrm>
            <a:off x="3817650" y="368567"/>
            <a:ext cx="2057400" cy="553998"/>
          </a:xfrm>
          <a:prstGeom prst="rect">
            <a:avLst/>
          </a:prstGeom>
          <a:noFill/>
        </p:spPr>
        <p:txBody>
          <a:bodyPr wrap="square" rtlCol="0">
            <a:spAutoFit/>
          </a:bodyPr>
          <a:lstStyle/>
          <a:p>
            <a:r>
              <a:rPr lang="en-US" sz="3000" b="1" dirty="0">
                <a:latin typeface="Times New Roman" panose="02020603050405020304" pitchFamily="18" charset="0"/>
                <a:cs typeface="Times New Roman" panose="02020603050405020304" pitchFamily="18" charset="0"/>
              </a:rPr>
              <a:t>Results</a:t>
            </a:r>
            <a:endParaRPr lang="en-IN" sz="3000" b="1"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D0E01934-BD06-3289-68A5-71780A522F87}"/>
              </a:ext>
            </a:extLst>
          </p:cNvPr>
          <p:cNvSpPr txBox="1"/>
          <p:nvPr/>
        </p:nvSpPr>
        <p:spPr>
          <a:xfrm>
            <a:off x="2750470" y="992448"/>
            <a:ext cx="3854437" cy="584775"/>
          </a:xfrm>
          <a:prstGeom prst="rect">
            <a:avLst/>
          </a:prstGeom>
          <a:noFill/>
        </p:spPr>
        <p:txBody>
          <a:bodyPr wrap="square" rtlCol="0">
            <a:spAutoFit/>
          </a:bodyPr>
          <a:lstStyle/>
          <a:p>
            <a:r>
              <a:rPr lang="en-US" sz="1600" b="1" dirty="0">
                <a:latin typeface="Times New Roman" panose="02020603050405020304" pitchFamily="18" charset="0"/>
                <a:cs typeface="Times New Roman" panose="02020603050405020304" pitchFamily="18" charset="0"/>
              </a:rPr>
              <a:t>Decision Tree Model Regression Analysis</a:t>
            </a:r>
            <a:endParaRPr lang="en-IN" sz="1600" b="1" dirty="0">
              <a:latin typeface="Times New Roman" panose="02020603050405020304" pitchFamily="18" charset="0"/>
              <a:cs typeface="Times New Roman" panose="02020603050405020304" pitchFamily="18" charset="0"/>
            </a:endParaRPr>
          </a:p>
          <a:p>
            <a:endParaRPr lang="en-IN" sz="1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986836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6B49F7F-8DB7-7992-B181-CF960BBAA86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21</a:t>
            </a:fld>
            <a:endParaRPr lang="en"/>
          </a:p>
        </p:txBody>
      </p:sp>
      <p:sp>
        <p:nvSpPr>
          <p:cNvPr id="3" name="Slide Number Placeholder 2">
            <a:extLst>
              <a:ext uri="{FF2B5EF4-FFF2-40B4-BE49-F238E27FC236}">
                <a16:creationId xmlns:a16="http://schemas.microsoft.com/office/drawing/2014/main" id="{1D89BC64-97B4-9828-1780-416F355C3784}"/>
              </a:ext>
            </a:extLst>
          </p:cNvPr>
          <p:cNvSpPr>
            <a:spLocks noGrp="1"/>
          </p:cNvSpPr>
          <p:nvPr>
            <p:ph type="sldNum" idx="2"/>
          </p:nvPr>
        </p:nvSpPr>
        <p:spPr/>
        <p:txBody>
          <a:bodyPr/>
          <a:lstStyle/>
          <a:p>
            <a:pPr marL="0" lvl="0" indent="0" algn="ctr" rtl="0">
              <a:spcBef>
                <a:spcPts val="0"/>
              </a:spcBef>
              <a:spcAft>
                <a:spcPts val="0"/>
              </a:spcAft>
              <a:buNone/>
            </a:pPr>
            <a:fld id="{00000000-1234-1234-1234-123412341234}" type="slidenum">
              <a:rPr lang="en" smtClean="0"/>
              <a:t>21</a:t>
            </a:fld>
            <a:endParaRPr lang="en"/>
          </a:p>
        </p:txBody>
      </p:sp>
      <p:pic>
        <p:nvPicPr>
          <p:cNvPr id="4" name="Picture 3">
            <a:extLst>
              <a:ext uri="{FF2B5EF4-FFF2-40B4-BE49-F238E27FC236}">
                <a16:creationId xmlns:a16="http://schemas.microsoft.com/office/drawing/2014/main" id="{6FE37ED4-ACF1-9267-AC12-0FC17D4A7A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1238" y="1257572"/>
            <a:ext cx="3940108" cy="2987852"/>
          </a:xfrm>
          <a:prstGeom prst="rect">
            <a:avLst/>
          </a:prstGeom>
        </p:spPr>
      </p:pic>
      <p:pic>
        <p:nvPicPr>
          <p:cNvPr id="5" name="Picture 4">
            <a:extLst>
              <a:ext uri="{FF2B5EF4-FFF2-40B4-BE49-F238E27FC236}">
                <a16:creationId xmlns:a16="http://schemas.microsoft.com/office/drawing/2014/main" id="{264454DC-2699-1374-72D2-E72280162DD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55722" y="1257572"/>
            <a:ext cx="3673928" cy="2987852"/>
          </a:xfrm>
          <a:prstGeom prst="rect">
            <a:avLst/>
          </a:prstGeom>
        </p:spPr>
      </p:pic>
      <p:sp>
        <p:nvSpPr>
          <p:cNvPr id="6" name="TextBox 5">
            <a:extLst>
              <a:ext uri="{FF2B5EF4-FFF2-40B4-BE49-F238E27FC236}">
                <a16:creationId xmlns:a16="http://schemas.microsoft.com/office/drawing/2014/main" id="{36653B68-387A-D9A9-AB87-EBA495CB0E88}"/>
              </a:ext>
            </a:extLst>
          </p:cNvPr>
          <p:cNvSpPr txBox="1"/>
          <p:nvPr/>
        </p:nvSpPr>
        <p:spPr>
          <a:xfrm>
            <a:off x="2906045" y="663348"/>
            <a:ext cx="4082584" cy="830997"/>
          </a:xfrm>
          <a:prstGeom prst="rect">
            <a:avLst/>
          </a:prstGeom>
          <a:noFill/>
        </p:spPr>
        <p:txBody>
          <a:bodyPr wrap="square" rtlCol="0">
            <a:spAutoFit/>
          </a:bodyPr>
          <a:lstStyle/>
          <a:p>
            <a:r>
              <a:rPr lang="en-US" sz="1600" b="1" dirty="0">
                <a:latin typeface="Times New Roman" panose="02020603050405020304" pitchFamily="18" charset="0"/>
                <a:cs typeface="Times New Roman" panose="02020603050405020304" pitchFamily="18" charset="0"/>
              </a:rPr>
              <a:t>Decision Tree Model Classification Analysis</a:t>
            </a:r>
            <a:endParaRPr lang="en-IN" sz="1600" b="1" dirty="0">
              <a:latin typeface="Times New Roman" panose="02020603050405020304" pitchFamily="18" charset="0"/>
              <a:cs typeface="Times New Roman" panose="02020603050405020304" pitchFamily="18" charset="0"/>
            </a:endParaRPr>
          </a:p>
          <a:p>
            <a:endParaRPr lang="en-IN" sz="1600" b="1" dirty="0">
              <a:latin typeface="Times New Roman" panose="02020603050405020304" pitchFamily="18" charset="0"/>
              <a:cs typeface="Times New Roman" panose="02020603050405020304" pitchFamily="18" charset="0"/>
            </a:endParaRPr>
          </a:p>
          <a:p>
            <a:endParaRPr lang="en-IN" sz="1600" b="1" dirty="0"/>
          </a:p>
        </p:txBody>
      </p:sp>
    </p:spTree>
    <p:extLst>
      <p:ext uri="{BB962C8B-B14F-4D97-AF65-F5344CB8AC3E}">
        <p14:creationId xmlns:p14="http://schemas.microsoft.com/office/powerpoint/2010/main" val="12334518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4005842-28A2-31F0-1AEA-220FC05C07E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22</a:t>
            </a:fld>
            <a:endParaRPr lang="en"/>
          </a:p>
        </p:txBody>
      </p:sp>
      <p:sp>
        <p:nvSpPr>
          <p:cNvPr id="3" name="Slide Number Placeholder 2">
            <a:extLst>
              <a:ext uri="{FF2B5EF4-FFF2-40B4-BE49-F238E27FC236}">
                <a16:creationId xmlns:a16="http://schemas.microsoft.com/office/drawing/2014/main" id="{56C6B875-4A03-63B5-8C7E-9D5FAE31FE7F}"/>
              </a:ext>
            </a:extLst>
          </p:cNvPr>
          <p:cNvSpPr>
            <a:spLocks noGrp="1"/>
          </p:cNvSpPr>
          <p:nvPr>
            <p:ph type="sldNum" idx="2"/>
          </p:nvPr>
        </p:nvSpPr>
        <p:spPr/>
        <p:txBody>
          <a:bodyPr/>
          <a:lstStyle/>
          <a:p>
            <a:pPr marL="0" lvl="0" indent="0" algn="ctr" rtl="0">
              <a:spcBef>
                <a:spcPts val="0"/>
              </a:spcBef>
              <a:spcAft>
                <a:spcPts val="0"/>
              </a:spcAft>
              <a:buNone/>
            </a:pPr>
            <a:fld id="{00000000-1234-1234-1234-123412341234}" type="slidenum">
              <a:rPr lang="en" smtClean="0"/>
              <a:t>22</a:t>
            </a:fld>
            <a:endParaRPr lang="en"/>
          </a:p>
        </p:txBody>
      </p:sp>
      <p:pic>
        <p:nvPicPr>
          <p:cNvPr id="4" name="Picture 3">
            <a:extLst>
              <a:ext uri="{FF2B5EF4-FFF2-40B4-BE49-F238E27FC236}">
                <a16:creationId xmlns:a16="http://schemas.microsoft.com/office/drawing/2014/main" id="{11743C61-FB3F-8E92-1E4B-96FE9C9328A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9022" y="1355271"/>
            <a:ext cx="3588627" cy="2694215"/>
          </a:xfrm>
          <a:prstGeom prst="rect">
            <a:avLst/>
          </a:prstGeom>
        </p:spPr>
      </p:pic>
      <p:pic>
        <p:nvPicPr>
          <p:cNvPr id="5" name="Picture 4">
            <a:extLst>
              <a:ext uri="{FF2B5EF4-FFF2-40B4-BE49-F238E27FC236}">
                <a16:creationId xmlns:a16="http://schemas.microsoft.com/office/drawing/2014/main" id="{6C0E7A2F-CB45-7698-EEEE-D2D3F5555F6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635409" y="1355270"/>
            <a:ext cx="4167212" cy="2694215"/>
          </a:xfrm>
          <a:prstGeom prst="rect">
            <a:avLst/>
          </a:prstGeom>
        </p:spPr>
      </p:pic>
      <p:sp>
        <p:nvSpPr>
          <p:cNvPr id="6" name="TextBox 5">
            <a:extLst>
              <a:ext uri="{FF2B5EF4-FFF2-40B4-BE49-F238E27FC236}">
                <a16:creationId xmlns:a16="http://schemas.microsoft.com/office/drawing/2014/main" id="{F6BFEDBF-FEAC-E79C-D6AC-6DCA8ACED2CA}"/>
              </a:ext>
            </a:extLst>
          </p:cNvPr>
          <p:cNvSpPr txBox="1"/>
          <p:nvPr/>
        </p:nvSpPr>
        <p:spPr>
          <a:xfrm>
            <a:off x="2408464" y="693964"/>
            <a:ext cx="4351565" cy="338554"/>
          </a:xfrm>
          <a:prstGeom prst="rect">
            <a:avLst/>
          </a:prstGeom>
          <a:noFill/>
        </p:spPr>
        <p:txBody>
          <a:bodyPr wrap="square" rtlCol="0">
            <a:spAutoFit/>
          </a:bodyPr>
          <a:lstStyle/>
          <a:p>
            <a:r>
              <a:rPr lang="en-US" sz="1600" b="1" dirty="0">
                <a:latin typeface="Times New Roman" panose="02020603050405020304" pitchFamily="18" charset="0"/>
                <a:cs typeface="Times New Roman" panose="02020603050405020304" pitchFamily="18" charset="0"/>
              </a:rPr>
              <a:t>Gradient Boosting Model Regression Analysis</a:t>
            </a:r>
            <a:endParaRPr lang="en-IN" sz="1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864858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4FBAE2E-23C9-80FA-A0D1-56C5BB4BA2D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23</a:t>
            </a:fld>
            <a:endParaRPr lang="en"/>
          </a:p>
        </p:txBody>
      </p:sp>
      <p:sp>
        <p:nvSpPr>
          <p:cNvPr id="3" name="Slide Number Placeholder 2">
            <a:extLst>
              <a:ext uri="{FF2B5EF4-FFF2-40B4-BE49-F238E27FC236}">
                <a16:creationId xmlns:a16="http://schemas.microsoft.com/office/drawing/2014/main" id="{5C1FBCFD-0578-C0B5-A0CE-35AC3831E308}"/>
              </a:ext>
            </a:extLst>
          </p:cNvPr>
          <p:cNvSpPr>
            <a:spLocks noGrp="1"/>
          </p:cNvSpPr>
          <p:nvPr>
            <p:ph type="sldNum" idx="2"/>
          </p:nvPr>
        </p:nvSpPr>
        <p:spPr/>
        <p:txBody>
          <a:bodyPr/>
          <a:lstStyle/>
          <a:p>
            <a:pPr marL="0" lvl="0" indent="0" algn="ctr" rtl="0">
              <a:spcBef>
                <a:spcPts val="0"/>
              </a:spcBef>
              <a:spcAft>
                <a:spcPts val="0"/>
              </a:spcAft>
              <a:buNone/>
            </a:pPr>
            <a:fld id="{00000000-1234-1234-1234-123412341234}" type="slidenum">
              <a:rPr lang="en" smtClean="0"/>
              <a:t>23</a:t>
            </a:fld>
            <a:endParaRPr lang="en"/>
          </a:p>
        </p:txBody>
      </p:sp>
      <p:pic>
        <p:nvPicPr>
          <p:cNvPr id="4" name="Picture 3">
            <a:extLst>
              <a:ext uri="{FF2B5EF4-FFF2-40B4-BE49-F238E27FC236}">
                <a16:creationId xmlns:a16="http://schemas.microsoft.com/office/drawing/2014/main" id="{E02B3CE8-5A7E-6B23-4041-284551933EE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6367" y="1269682"/>
            <a:ext cx="3555969" cy="2942350"/>
          </a:xfrm>
          <a:prstGeom prst="rect">
            <a:avLst/>
          </a:prstGeom>
        </p:spPr>
      </p:pic>
      <p:pic>
        <p:nvPicPr>
          <p:cNvPr id="5" name="Picture 4">
            <a:extLst>
              <a:ext uri="{FF2B5EF4-FFF2-40B4-BE49-F238E27FC236}">
                <a16:creationId xmlns:a16="http://schemas.microsoft.com/office/drawing/2014/main" id="{0872057B-E2BF-AF54-7E05-AC998F49525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99393" y="1269682"/>
            <a:ext cx="3556605" cy="2942350"/>
          </a:xfrm>
          <a:prstGeom prst="rect">
            <a:avLst/>
          </a:prstGeom>
        </p:spPr>
      </p:pic>
      <p:sp>
        <p:nvSpPr>
          <p:cNvPr id="6" name="TextBox 5">
            <a:extLst>
              <a:ext uri="{FF2B5EF4-FFF2-40B4-BE49-F238E27FC236}">
                <a16:creationId xmlns:a16="http://schemas.microsoft.com/office/drawing/2014/main" id="{D586247C-5518-F717-86CE-8201982F77A9}"/>
              </a:ext>
            </a:extLst>
          </p:cNvPr>
          <p:cNvSpPr txBox="1"/>
          <p:nvPr/>
        </p:nvSpPr>
        <p:spPr>
          <a:xfrm>
            <a:off x="2563586" y="702129"/>
            <a:ext cx="4645478" cy="584775"/>
          </a:xfrm>
          <a:prstGeom prst="rect">
            <a:avLst/>
          </a:prstGeom>
          <a:noFill/>
        </p:spPr>
        <p:txBody>
          <a:bodyPr wrap="square" rtlCol="0">
            <a:spAutoFit/>
          </a:bodyPr>
          <a:lstStyle/>
          <a:p>
            <a:r>
              <a:rPr lang="en-US" sz="1600" b="1" dirty="0">
                <a:latin typeface="Times New Roman" panose="02020603050405020304" pitchFamily="18" charset="0"/>
                <a:cs typeface="Times New Roman" panose="02020603050405020304" pitchFamily="18" charset="0"/>
              </a:rPr>
              <a:t>Gradient Boosting Model Classification Analysis</a:t>
            </a:r>
            <a:endParaRPr lang="en-IN" sz="1600" b="1" dirty="0">
              <a:latin typeface="Times New Roman" panose="02020603050405020304" pitchFamily="18" charset="0"/>
              <a:cs typeface="Times New Roman" panose="02020603050405020304" pitchFamily="18" charset="0"/>
            </a:endParaRPr>
          </a:p>
          <a:p>
            <a:endParaRPr lang="en-IN" sz="1600" dirty="0"/>
          </a:p>
        </p:txBody>
      </p:sp>
    </p:spTree>
    <p:extLst>
      <p:ext uri="{BB962C8B-B14F-4D97-AF65-F5344CB8AC3E}">
        <p14:creationId xmlns:p14="http://schemas.microsoft.com/office/powerpoint/2010/main" val="22065668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4A5363F-9BCA-D700-F61A-0247445300C1}"/>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t>24</a:t>
            </a:fld>
            <a:endParaRPr lang="en"/>
          </a:p>
        </p:txBody>
      </p:sp>
      <p:sp>
        <p:nvSpPr>
          <p:cNvPr id="3" name="Title 2">
            <a:extLst>
              <a:ext uri="{FF2B5EF4-FFF2-40B4-BE49-F238E27FC236}">
                <a16:creationId xmlns:a16="http://schemas.microsoft.com/office/drawing/2014/main" id="{453D1552-550B-DF0B-97E0-2FD63C8E819B}"/>
              </a:ext>
            </a:extLst>
          </p:cNvPr>
          <p:cNvSpPr>
            <a:spLocks noGrp="1"/>
          </p:cNvSpPr>
          <p:nvPr>
            <p:ph type="title"/>
          </p:nvPr>
        </p:nvSpPr>
        <p:spPr>
          <a:xfrm>
            <a:off x="720000" y="397775"/>
            <a:ext cx="7704000" cy="572700"/>
          </a:xfrm>
        </p:spPr>
        <p:txBody>
          <a:bodyPr/>
          <a:lstStyle/>
          <a:p>
            <a:pPr algn="ctr"/>
            <a:r>
              <a:rPr lang="en-US" dirty="0">
                <a:solidFill>
                  <a:srgbClr val="000000"/>
                </a:solidFill>
                <a:latin typeface="Times New Roman" panose="02020603050405020304" pitchFamily="18" charset="0"/>
                <a:cs typeface="Times New Roman" panose="02020603050405020304" pitchFamily="18" charset="0"/>
              </a:rPr>
              <a:t>References</a:t>
            </a:r>
            <a:endParaRPr lang="en-IN" dirty="0">
              <a:solidFill>
                <a:srgbClr val="000000"/>
              </a:solidFill>
              <a:latin typeface="Times New Roman" panose="02020603050405020304" pitchFamily="18" charset="0"/>
              <a:cs typeface="Times New Roman" panose="02020603050405020304" pitchFamily="18" charset="0"/>
            </a:endParaRPr>
          </a:p>
        </p:txBody>
      </p:sp>
      <p:sp>
        <p:nvSpPr>
          <p:cNvPr id="5" name="Rectangle 1">
            <a:extLst>
              <a:ext uri="{FF2B5EF4-FFF2-40B4-BE49-F238E27FC236}">
                <a16:creationId xmlns:a16="http://schemas.microsoft.com/office/drawing/2014/main" id="{95A8F762-D35A-817E-E508-ECA7CFECB45A}"/>
              </a:ext>
            </a:extLst>
          </p:cNvPr>
          <p:cNvSpPr>
            <a:spLocks noGrp="1" noChangeArrowheads="1"/>
          </p:cNvSpPr>
          <p:nvPr>
            <p:ph type="body" idx="1"/>
          </p:nvPr>
        </p:nvSpPr>
        <p:spPr bwMode="auto">
          <a:xfrm>
            <a:off x="720000" y="898448"/>
            <a:ext cx="7704000" cy="40564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Font typeface="Wingdings" panose="05000000000000000000" pitchFamily="2" charset="2"/>
              <a:buChar char="Ø"/>
            </a:pPr>
            <a:r>
              <a:rPr lang="en-US" sz="1600" dirty="0">
                <a:solidFill>
                  <a:srgbClr val="000000"/>
                </a:solidFill>
                <a:latin typeface="Times New Roman" panose="02020603050405020304" pitchFamily="18" charset="0"/>
                <a:cs typeface="Times New Roman" panose="02020603050405020304" pitchFamily="18" charset="0"/>
              </a:rPr>
              <a:t>[1] Y. Mahale et al., “</a:t>
            </a:r>
            <a:r>
              <a:rPr lang="en-IN" sz="1600" dirty="0">
                <a:solidFill>
                  <a:srgbClr val="000000"/>
                </a:solidFill>
                <a:latin typeface="Times New Roman" panose="02020603050405020304" pitchFamily="18" charset="0"/>
                <a:cs typeface="Times New Roman" panose="02020603050405020304" pitchFamily="18" charset="0"/>
              </a:rPr>
              <a:t>Crop recommendation and forecasting system for Maharashtra using machine learning with LSTM: a novel expectation-maximization technique,</a:t>
            </a:r>
            <a:r>
              <a:rPr lang="en-US" sz="1600" dirty="0">
                <a:solidFill>
                  <a:srgbClr val="000000"/>
                </a:solidFill>
                <a:latin typeface="Times New Roman" panose="02020603050405020304" pitchFamily="18" charset="0"/>
                <a:cs typeface="Times New Roman" panose="02020603050405020304" pitchFamily="18" charset="0"/>
              </a:rPr>
              <a:t>” </a:t>
            </a:r>
            <a:r>
              <a:rPr lang="en-US" sz="1600" i="1" dirty="0">
                <a:solidFill>
                  <a:srgbClr val="000000"/>
                </a:solidFill>
                <a:latin typeface="Times New Roman" panose="02020603050405020304" pitchFamily="18" charset="0"/>
                <a:cs typeface="Times New Roman" panose="02020603050405020304" pitchFamily="18" charset="0"/>
              </a:rPr>
              <a:t>ResearchGate</a:t>
            </a:r>
            <a:r>
              <a:rPr lang="en-US" sz="1600" dirty="0">
                <a:solidFill>
                  <a:srgbClr val="000000"/>
                </a:solidFill>
                <a:latin typeface="Times New Roman" panose="02020603050405020304" pitchFamily="18" charset="0"/>
                <a:cs typeface="Times New Roman" panose="02020603050405020304" pitchFamily="18" charset="0"/>
              </a:rPr>
              <a:t>, 2024. </a:t>
            </a:r>
            <a:endParaRPr lang="en-IN" sz="1600" dirty="0">
              <a:solidFill>
                <a:srgbClr val="000000"/>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1600" dirty="0">
                <a:solidFill>
                  <a:srgbClr val="000000"/>
                </a:solidFill>
                <a:latin typeface="Times New Roman" panose="02020603050405020304" pitchFamily="18" charset="0"/>
                <a:cs typeface="Times New Roman" panose="02020603050405020304" pitchFamily="18" charset="0"/>
              </a:rPr>
              <a:t>[2] P. Raeva et al., “</a:t>
            </a:r>
            <a:r>
              <a:rPr lang="en-IN" sz="1600" dirty="0">
                <a:solidFill>
                  <a:srgbClr val="000000"/>
                </a:solidFill>
                <a:latin typeface="Times New Roman" panose="02020603050405020304" pitchFamily="18" charset="0"/>
                <a:cs typeface="Times New Roman" panose="02020603050405020304" pitchFamily="18" charset="0"/>
              </a:rPr>
              <a:t>Yield Prediction Model Based on Multitemporal Satellite Data and Open Public Data: Case Study for Bulgaria</a:t>
            </a:r>
            <a:r>
              <a:rPr lang="en-US" sz="1600" dirty="0">
                <a:solidFill>
                  <a:srgbClr val="000000"/>
                </a:solidFill>
                <a:latin typeface="Times New Roman" panose="02020603050405020304" pitchFamily="18" charset="0"/>
                <a:cs typeface="Times New Roman" panose="02020603050405020304" pitchFamily="18" charset="0"/>
              </a:rPr>
              <a:t>,” </a:t>
            </a:r>
            <a:r>
              <a:rPr lang="en-US" sz="1600" i="1" dirty="0">
                <a:solidFill>
                  <a:srgbClr val="000000"/>
                </a:solidFill>
                <a:latin typeface="Times New Roman" panose="02020603050405020304" pitchFamily="18" charset="0"/>
                <a:cs typeface="Times New Roman" panose="02020603050405020304" pitchFamily="18" charset="0"/>
              </a:rPr>
              <a:t>MDPI</a:t>
            </a:r>
            <a:r>
              <a:rPr lang="en-US" sz="1600" dirty="0">
                <a:solidFill>
                  <a:srgbClr val="000000"/>
                </a:solidFill>
                <a:latin typeface="Times New Roman" panose="02020603050405020304" pitchFamily="18" charset="0"/>
                <a:cs typeface="Times New Roman" panose="02020603050405020304" pitchFamily="18" charset="0"/>
              </a:rPr>
              <a:t>, 2025. </a:t>
            </a:r>
            <a:endParaRPr lang="en-IN" sz="1600" dirty="0">
              <a:solidFill>
                <a:srgbClr val="000000"/>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1600" dirty="0">
                <a:solidFill>
                  <a:srgbClr val="000000"/>
                </a:solidFill>
                <a:latin typeface="Times New Roman" panose="02020603050405020304" pitchFamily="18" charset="0"/>
                <a:cs typeface="Times New Roman" panose="02020603050405020304" pitchFamily="18" charset="0"/>
              </a:rPr>
              <a:t>[3] P. Gupta et al., “</a:t>
            </a:r>
            <a:r>
              <a:rPr lang="en-IN" sz="1600" dirty="0">
                <a:solidFill>
                  <a:srgbClr val="000000"/>
                </a:solidFill>
                <a:latin typeface="Times New Roman" panose="02020603050405020304" pitchFamily="18" charset="0"/>
                <a:cs typeface="Times New Roman" panose="02020603050405020304" pitchFamily="18" charset="0"/>
              </a:rPr>
              <a:t>Optimizing Agricultural Production Using </a:t>
            </a:r>
          </a:p>
          <a:p>
            <a:pPr>
              <a:buFont typeface="Wingdings" panose="05000000000000000000" pitchFamily="2" charset="2"/>
              <a:buChar char="Ø"/>
            </a:pPr>
            <a:r>
              <a:rPr lang="en-IN" sz="1600" dirty="0">
                <a:solidFill>
                  <a:srgbClr val="000000"/>
                </a:solidFill>
                <a:latin typeface="Times New Roman" panose="02020603050405020304" pitchFamily="18" charset="0"/>
                <a:cs typeface="Times New Roman" panose="02020603050405020304" pitchFamily="18" charset="0"/>
              </a:rPr>
              <a:t>ML and AI</a:t>
            </a:r>
            <a:r>
              <a:rPr lang="en-US" sz="1600" dirty="0">
                <a:solidFill>
                  <a:srgbClr val="000000"/>
                </a:solidFill>
                <a:latin typeface="Times New Roman" panose="02020603050405020304" pitchFamily="18" charset="0"/>
                <a:cs typeface="Times New Roman" panose="02020603050405020304" pitchFamily="18" charset="0"/>
              </a:rPr>
              <a:t>,” </a:t>
            </a:r>
            <a:r>
              <a:rPr lang="en-IN" sz="1600" i="1" dirty="0">
                <a:solidFill>
                  <a:srgbClr val="000000"/>
                </a:solidFill>
                <a:latin typeface="Times New Roman" panose="02020603050405020304" pitchFamily="18" charset="0"/>
                <a:cs typeface="Times New Roman" panose="02020603050405020304" pitchFamily="18" charset="0"/>
              </a:rPr>
              <a:t>International Journal of Innovative Science and Research Technology</a:t>
            </a:r>
            <a:r>
              <a:rPr lang="en-US" sz="1600" dirty="0">
                <a:solidFill>
                  <a:srgbClr val="000000"/>
                </a:solidFill>
                <a:latin typeface="Times New Roman" panose="02020603050405020304" pitchFamily="18" charset="0"/>
                <a:cs typeface="Times New Roman" panose="02020603050405020304" pitchFamily="18" charset="0"/>
              </a:rPr>
              <a:t>, 2025. </a:t>
            </a:r>
            <a:endParaRPr lang="en-IN" sz="1600" dirty="0">
              <a:solidFill>
                <a:srgbClr val="000000"/>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IN" sz="1600" dirty="0">
                <a:solidFill>
                  <a:srgbClr val="000000"/>
                </a:solidFill>
                <a:latin typeface="Times New Roman" panose="02020603050405020304" pitchFamily="18" charset="0"/>
                <a:cs typeface="Times New Roman" panose="02020603050405020304" pitchFamily="18" charset="0"/>
              </a:rPr>
              <a:t>[4] T. Ali et al., “</a:t>
            </a:r>
            <a:r>
              <a:rPr lang="en-US" sz="1600" dirty="0">
                <a:solidFill>
                  <a:srgbClr val="000000"/>
                </a:solidFill>
                <a:latin typeface="Times New Roman" panose="02020603050405020304" pitchFamily="18" charset="0"/>
                <a:cs typeface="Times New Roman" panose="02020603050405020304" pitchFamily="18" charset="0"/>
              </a:rPr>
              <a:t>Smart agriculture: utilizing machine learning and deep learning for drought stress identification in crops</a:t>
            </a:r>
            <a:r>
              <a:rPr lang="en-IN" sz="1600" dirty="0">
                <a:solidFill>
                  <a:srgbClr val="000000"/>
                </a:solidFill>
                <a:latin typeface="Times New Roman" panose="02020603050405020304" pitchFamily="18" charset="0"/>
                <a:cs typeface="Times New Roman" panose="02020603050405020304" pitchFamily="18" charset="0"/>
              </a:rPr>
              <a:t>,” </a:t>
            </a:r>
            <a:r>
              <a:rPr lang="en-IN" sz="1600" i="1" dirty="0">
                <a:solidFill>
                  <a:srgbClr val="000000"/>
                </a:solidFill>
                <a:latin typeface="Times New Roman" panose="02020603050405020304" pitchFamily="18" charset="0"/>
                <a:cs typeface="Times New Roman" panose="02020603050405020304" pitchFamily="18" charset="0"/>
              </a:rPr>
              <a:t>Scientific reports</a:t>
            </a:r>
            <a:r>
              <a:rPr lang="en-IN" sz="1600" dirty="0">
                <a:solidFill>
                  <a:srgbClr val="000000"/>
                </a:solidFill>
                <a:latin typeface="Times New Roman" panose="02020603050405020304" pitchFamily="18" charset="0"/>
                <a:cs typeface="Times New Roman" panose="02020603050405020304" pitchFamily="18" charset="0"/>
              </a:rPr>
              <a:t>, 2024.</a:t>
            </a:r>
          </a:p>
          <a:p>
            <a:pPr>
              <a:buFont typeface="Wingdings" panose="05000000000000000000" pitchFamily="2" charset="2"/>
              <a:buChar char="Ø"/>
            </a:pPr>
            <a:r>
              <a:rPr lang="en-US" sz="1600" dirty="0">
                <a:solidFill>
                  <a:srgbClr val="000000"/>
                </a:solidFill>
                <a:latin typeface="Times New Roman" panose="02020603050405020304" pitchFamily="18" charset="0"/>
                <a:cs typeface="Times New Roman" panose="02020603050405020304" pitchFamily="18" charset="0"/>
              </a:rPr>
              <a:t>[5] R. K. Dhanaraj et al., “</a:t>
            </a:r>
            <a:r>
              <a:rPr lang="en-IN" sz="1600" dirty="0">
                <a:solidFill>
                  <a:srgbClr val="000000"/>
                </a:solidFill>
                <a:latin typeface="Times New Roman" panose="02020603050405020304" pitchFamily="18" charset="0"/>
                <a:cs typeface="Times New Roman" panose="02020603050405020304" pitchFamily="18" charset="0"/>
              </a:rPr>
              <a:t>On-device AI for climate-resilient farming with intelligent crop yield prediction using lightweight models on smart agricultural devices</a:t>
            </a:r>
            <a:r>
              <a:rPr lang="en-US" sz="1600" dirty="0">
                <a:solidFill>
                  <a:srgbClr val="000000"/>
                </a:solidFill>
                <a:latin typeface="Times New Roman" panose="02020603050405020304" pitchFamily="18" charset="0"/>
                <a:cs typeface="Times New Roman" panose="02020603050405020304" pitchFamily="18" charset="0"/>
              </a:rPr>
              <a:t>,” </a:t>
            </a:r>
            <a:r>
              <a:rPr lang="en-US" sz="1600" i="1" dirty="0">
                <a:solidFill>
                  <a:srgbClr val="000000"/>
                </a:solidFill>
                <a:latin typeface="Times New Roman" panose="02020603050405020304" pitchFamily="18" charset="0"/>
                <a:cs typeface="Times New Roman" panose="02020603050405020304" pitchFamily="18" charset="0"/>
              </a:rPr>
              <a:t>Scientific reports</a:t>
            </a:r>
            <a:r>
              <a:rPr lang="en-US" sz="1600" dirty="0">
                <a:solidFill>
                  <a:srgbClr val="000000"/>
                </a:solidFill>
                <a:latin typeface="Times New Roman" panose="02020603050405020304" pitchFamily="18" charset="0"/>
                <a:cs typeface="Times New Roman" panose="02020603050405020304" pitchFamily="18" charset="0"/>
              </a:rPr>
              <a:t>, 2025. </a:t>
            </a:r>
            <a:endParaRPr lang="en-US" altLang="en-US" sz="1600" dirty="0">
              <a:solidFill>
                <a:srgbClr val="000000"/>
              </a:solidFill>
              <a:latin typeface="Times New Roman" panose="02020603050405020304" pitchFamily="18" charset="0"/>
              <a:cs typeface="Times New Roman" panose="02020603050405020304" pitchFamily="18" charset="0"/>
            </a:endParaRPr>
          </a:p>
          <a:p>
            <a:pPr marL="177800" indent="0">
              <a:buNone/>
            </a:pPr>
            <a:endParaRPr kumimoji="0" lang="en-US" altLang="en-US" sz="160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328691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623D5E4-FDC0-49AD-9B97-C346DD802B9B}"/>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 smtClean="0"/>
              <a:t>25</a:t>
            </a:fld>
            <a:endParaRPr lang="en"/>
          </a:p>
        </p:txBody>
      </p:sp>
      <p:sp>
        <p:nvSpPr>
          <p:cNvPr id="5" name="Google Shape;799;p56">
            <a:extLst>
              <a:ext uri="{FF2B5EF4-FFF2-40B4-BE49-F238E27FC236}">
                <a16:creationId xmlns:a16="http://schemas.microsoft.com/office/drawing/2014/main" id="{F9D20895-93C1-5DB0-3933-6A8FA80639CB}"/>
              </a:ext>
            </a:extLst>
          </p:cNvPr>
          <p:cNvSpPr txBox="1">
            <a:spLocks noGrp="1"/>
          </p:cNvSpPr>
          <p:nvPr>
            <p:ph type="title"/>
          </p:nvPr>
        </p:nvSpPr>
        <p:spPr>
          <a:xfrm>
            <a:off x="1032273" y="1631006"/>
            <a:ext cx="6672262" cy="1058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7500" dirty="0">
                <a:solidFill>
                  <a:srgbClr val="000000"/>
                </a:solidFill>
                <a:latin typeface="Times New Roman" panose="02020603050405020304" pitchFamily="18" charset="0"/>
                <a:cs typeface="Times New Roman" panose="02020603050405020304" pitchFamily="18" charset="0"/>
              </a:rPr>
              <a:t>Thank You!</a:t>
            </a:r>
            <a:endParaRPr sz="7500" dirty="0">
              <a:solidFill>
                <a:srgbClr val="000000"/>
              </a:solidFill>
              <a:latin typeface="Times New Roman" panose="02020603050405020304" pitchFamily="18" charset="0"/>
              <a:cs typeface="Times New Roman" panose="02020603050405020304" pitchFamily="18" charset="0"/>
            </a:endParaRPr>
          </a:p>
        </p:txBody>
      </p:sp>
      <p:sp>
        <p:nvSpPr>
          <p:cNvPr id="7" name="Google Shape;803;p56">
            <a:extLst>
              <a:ext uri="{FF2B5EF4-FFF2-40B4-BE49-F238E27FC236}">
                <a16:creationId xmlns:a16="http://schemas.microsoft.com/office/drawing/2014/main" id="{5C85F23E-86BC-3B99-8897-C0709F863728}"/>
              </a:ext>
            </a:extLst>
          </p:cNvPr>
          <p:cNvSpPr/>
          <p:nvPr/>
        </p:nvSpPr>
        <p:spPr>
          <a:xfrm>
            <a:off x="1150145" y="2552231"/>
            <a:ext cx="239400" cy="239400"/>
          </a:xfrm>
          <a:prstGeom prst="star4">
            <a:avLst>
              <a:gd name="adj" fmla="val 15727"/>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803;p56">
            <a:extLst>
              <a:ext uri="{FF2B5EF4-FFF2-40B4-BE49-F238E27FC236}">
                <a16:creationId xmlns:a16="http://schemas.microsoft.com/office/drawing/2014/main" id="{E309E8A0-1FAB-A96E-9606-5BFF89F2AD81}"/>
              </a:ext>
            </a:extLst>
          </p:cNvPr>
          <p:cNvSpPr/>
          <p:nvPr/>
        </p:nvSpPr>
        <p:spPr>
          <a:xfrm>
            <a:off x="7586663" y="2570006"/>
            <a:ext cx="235744" cy="239400"/>
          </a:xfrm>
          <a:prstGeom prst="star4">
            <a:avLst>
              <a:gd name="adj" fmla="val 18711"/>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00132804"/>
      </p:ext>
    </p:extLst>
  </p:cSld>
  <p:clrMapOvr>
    <a:masterClrMapping/>
  </p:clrMapOvr>
</p:sld>
</file>

<file path=ppt/theme/theme1.xml><?xml version="1.0" encoding="utf-8"?>
<a:theme xmlns:a="http://schemas.openxmlformats.org/drawingml/2006/main" name="Elegant Bachelor Thesis by Slidesgo">
  <a:themeElements>
    <a:clrScheme name="Simple Light">
      <a:dk1>
        <a:srgbClr val="5C5C5F"/>
      </a:dk1>
      <a:lt1>
        <a:srgbClr val="C4DDC5"/>
      </a:lt1>
      <a:dk2>
        <a:srgbClr val="6E8F81"/>
      </a:dk2>
      <a:lt2>
        <a:srgbClr val="FAFAFA"/>
      </a:lt2>
      <a:accent1>
        <a:srgbClr val="FFFFFF"/>
      </a:accent1>
      <a:accent2>
        <a:srgbClr val="FFFFFF"/>
      </a:accent2>
      <a:accent3>
        <a:srgbClr val="FFFFFF"/>
      </a:accent3>
      <a:accent4>
        <a:srgbClr val="FFFFFF"/>
      </a:accent4>
      <a:accent5>
        <a:srgbClr val="FFFFFF"/>
      </a:accent5>
      <a:accent6>
        <a:srgbClr val="FFFFFF"/>
      </a:accent6>
      <a:hlink>
        <a:srgbClr val="33333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2249</TotalTime>
  <Words>1796</Words>
  <Application>Microsoft Office PowerPoint</Application>
  <PresentationFormat>On-screen Show (16:9)</PresentationFormat>
  <Paragraphs>218</Paragraphs>
  <Slides>25</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25</vt:i4>
      </vt:variant>
    </vt:vector>
  </HeadingPairs>
  <TitlesOfParts>
    <vt:vector size="33" baseType="lpstr">
      <vt:lpstr>Times New Roman</vt:lpstr>
      <vt:lpstr>Wingdings</vt:lpstr>
      <vt:lpstr>Quicksand</vt:lpstr>
      <vt:lpstr>Mulish</vt:lpstr>
      <vt:lpstr>Bebas Neue</vt:lpstr>
      <vt:lpstr>Arial</vt:lpstr>
      <vt:lpstr>Nunito Light</vt:lpstr>
      <vt:lpstr>Elegant Bachelor Thesis by Slidesgo</vt:lpstr>
      <vt:lpstr>PowerPoint Presentation</vt:lpstr>
      <vt:lpstr>PowerPoint Presentation</vt:lpstr>
      <vt:lpstr>Table of contents</vt:lpstr>
      <vt:lpstr>         Abstract</vt:lpstr>
      <vt:lpstr>   Introduction</vt:lpstr>
      <vt:lpstr>Problem Statement</vt:lpstr>
      <vt:lpstr>PowerPoint Presentation</vt:lpstr>
      <vt:lpstr>Objective </vt:lpstr>
      <vt:lpstr>PowerPoint Presentation</vt:lpstr>
      <vt:lpstr>PowerPoint Presentation</vt:lpstr>
      <vt:lpstr>Identified Research Gaps</vt:lpstr>
      <vt:lpstr>Proposed Solution to Address the Gaps</vt:lpstr>
      <vt:lpstr>Methodology</vt:lpstr>
      <vt:lpstr>PowerPoint Presentation</vt:lpstr>
      <vt:lpstr>Dataset Overview</vt:lpstr>
      <vt:lpstr>Decision Tree – Overview</vt:lpstr>
      <vt:lpstr>Decision Tree – Role in Our Project</vt:lpstr>
      <vt:lpstr>Gradient Boosting – Overview</vt:lpstr>
      <vt:lpstr>Gradient Boosting – Role in Our Project</vt:lpstr>
      <vt:lpstr>PowerPoint Presentation</vt:lpstr>
      <vt:lpstr>PowerPoint Presentation</vt:lpstr>
      <vt:lpstr>PowerPoint Presentation</vt:lpstr>
      <vt:lpstr>PowerPoint Presentation</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user</dc:creator>
  <cp:lastModifiedBy>revathi kusuma behara</cp:lastModifiedBy>
  <cp:revision>111</cp:revision>
  <cp:lastPrinted>2024-07-26T04:59:01Z</cp:lastPrinted>
  <dcterms:modified xsi:type="dcterms:W3CDTF">2026-02-02T08:50:51Z</dcterms:modified>
</cp:coreProperties>
</file>